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70" r:id="rId5"/>
    <p:sldId id="272" r:id="rId6"/>
    <p:sldId id="271" r:id="rId7"/>
    <p:sldId id="269" r:id="rId8"/>
    <p:sldId id="273" r:id="rId9"/>
    <p:sldId id="274" r:id="rId10"/>
    <p:sldId id="275" r:id="rId11"/>
    <p:sldId id="276" r:id="rId12"/>
    <p:sldId id="259" r:id="rId13"/>
    <p:sldId id="260" r:id="rId14"/>
    <p:sldId id="261" r:id="rId15"/>
    <p:sldId id="266" r:id="rId16"/>
    <p:sldId id="263" r:id="rId17"/>
    <p:sldId id="267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FFE7CA-15CC-467E-A4C4-DC0AF237599D}" v="74" dt="2026-01-28T10:24:11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" userId="f055f243ffb41b73" providerId="LiveId" clId="{2C3D7F03-8558-4387-990D-E818F15C2887}"/>
    <pc:docChg chg="undo custSel addSld delSld modSld sldOrd">
      <pc:chgData name="Lakshmi V" userId="f055f243ffb41b73" providerId="LiveId" clId="{2C3D7F03-8558-4387-990D-E818F15C2887}" dt="2026-01-28T10:27:54.077" v="1682" actId="14100"/>
      <pc:docMkLst>
        <pc:docMk/>
      </pc:docMkLst>
      <pc:sldChg chg="modSp new mod">
        <pc:chgData name="Lakshmi V" userId="f055f243ffb41b73" providerId="LiveId" clId="{2C3D7F03-8558-4387-990D-E818F15C2887}" dt="2026-01-20T11:33:16.372" v="108" actId="255"/>
        <pc:sldMkLst>
          <pc:docMk/>
          <pc:sldMk cId="2557823873" sldId="257"/>
        </pc:sldMkLst>
        <pc:spChg chg="mod">
          <ac:chgData name="Lakshmi V" userId="f055f243ffb41b73" providerId="LiveId" clId="{2C3D7F03-8558-4387-990D-E818F15C2887}" dt="2026-01-20T11:33:16.372" v="108" actId="255"/>
          <ac:spMkLst>
            <pc:docMk/>
            <pc:sldMk cId="2557823873" sldId="257"/>
            <ac:spMk id="2" creationId="{0E85117D-DD89-FEE8-6DB4-FDB2C1910401}"/>
          </ac:spMkLst>
        </pc:spChg>
        <pc:spChg chg="mod">
          <ac:chgData name="Lakshmi V" userId="f055f243ffb41b73" providerId="LiveId" clId="{2C3D7F03-8558-4387-990D-E818F15C2887}" dt="2026-01-20T11:33:16.372" v="108" actId="255"/>
          <ac:spMkLst>
            <pc:docMk/>
            <pc:sldMk cId="2557823873" sldId="257"/>
            <ac:spMk id="3" creationId="{FF2A3D1C-1ECC-BA6D-A5FE-52D6C2668505}"/>
          </ac:spMkLst>
        </pc:spChg>
      </pc:sldChg>
      <pc:sldChg chg="modSp new mod">
        <pc:chgData name="Lakshmi V" userId="f055f243ffb41b73" providerId="LiveId" clId="{2C3D7F03-8558-4387-990D-E818F15C2887}" dt="2026-01-20T11:33:35.301" v="110" actId="2711"/>
        <pc:sldMkLst>
          <pc:docMk/>
          <pc:sldMk cId="1593877741" sldId="258"/>
        </pc:sldMkLst>
        <pc:spChg chg="mod">
          <ac:chgData name="Lakshmi V" userId="f055f243ffb41b73" providerId="LiveId" clId="{2C3D7F03-8558-4387-990D-E818F15C2887}" dt="2026-01-20T11:33:28.807" v="109" actId="2711"/>
          <ac:spMkLst>
            <pc:docMk/>
            <pc:sldMk cId="1593877741" sldId="258"/>
            <ac:spMk id="2" creationId="{3FFB688D-C4A2-9356-8994-BB4E888D7D00}"/>
          </ac:spMkLst>
        </pc:spChg>
        <pc:spChg chg="mod">
          <ac:chgData name="Lakshmi V" userId="f055f243ffb41b73" providerId="LiveId" clId="{2C3D7F03-8558-4387-990D-E818F15C2887}" dt="2026-01-20T11:33:35.301" v="110" actId="2711"/>
          <ac:spMkLst>
            <pc:docMk/>
            <pc:sldMk cId="1593877741" sldId="258"/>
            <ac:spMk id="3" creationId="{F2B0109C-586D-9A50-D307-B4B7D8E71D23}"/>
          </ac:spMkLst>
        </pc:spChg>
      </pc:sldChg>
      <pc:sldChg chg="addSp delSp modSp new mod">
        <pc:chgData name="Lakshmi V" userId="f055f243ffb41b73" providerId="LiveId" clId="{2C3D7F03-8558-4387-990D-E818F15C2887}" dt="2026-01-20T11:33:44.238" v="111" actId="2711"/>
        <pc:sldMkLst>
          <pc:docMk/>
          <pc:sldMk cId="2924289807" sldId="259"/>
        </pc:sldMkLst>
        <pc:spChg chg="mod">
          <ac:chgData name="Lakshmi V" userId="f055f243ffb41b73" providerId="LiveId" clId="{2C3D7F03-8558-4387-990D-E818F15C2887}" dt="2026-01-20T11:33:44.238" v="111" actId="2711"/>
          <ac:spMkLst>
            <pc:docMk/>
            <pc:sldMk cId="2924289807" sldId="259"/>
            <ac:spMk id="2" creationId="{FD9E7EF6-6909-F97E-2548-491D55551C01}"/>
          </ac:spMkLst>
        </pc:spChg>
        <pc:graphicFrameChg chg="add mod modGraphic">
          <ac:chgData name="Lakshmi V" userId="f055f243ffb41b73" providerId="LiveId" clId="{2C3D7F03-8558-4387-990D-E818F15C2887}" dt="2026-01-20T11:26:28.370" v="82" actId="14100"/>
          <ac:graphicFrameMkLst>
            <pc:docMk/>
            <pc:sldMk cId="2924289807" sldId="259"/>
            <ac:graphicFrameMk id="4" creationId="{C1D94DE7-DA89-9867-5811-5C327352C260}"/>
          </ac:graphicFrameMkLst>
        </pc:graphicFrameChg>
      </pc:sldChg>
      <pc:sldChg chg="modSp new mod">
        <pc:chgData name="Lakshmi V" userId="f055f243ffb41b73" providerId="LiveId" clId="{2C3D7F03-8558-4387-990D-E818F15C2887}" dt="2026-01-20T16:13:43.420" v="1624" actId="2711"/>
        <pc:sldMkLst>
          <pc:docMk/>
          <pc:sldMk cId="2407591899" sldId="260"/>
        </pc:sldMkLst>
        <pc:spChg chg="mod">
          <ac:chgData name="Lakshmi V" userId="f055f243ffb41b73" providerId="LiveId" clId="{2C3D7F03-8558-4387-990D-E818F15C2887}" dt="2026-01-20T11:33:58.373" v="112" actId="2711"/>
          <ac:spMkLst>
            <pc:docMk/>
            <pc:sldMk cId="2407591899" sldId="260"/>
            <ac:spMk id="2" creationId="{75DF5B9D-E122-81E5-63DB-2CE0C4536624}"/>
          </ac:spMkLst>
        </pc:spChg>
        <pc:spChg chg="mod">
          <ac:chgData name="Lakshmi V" userId="f055f243ffb41b73" providerId="LiveId" clId="{2C3D7F03-8558-4387-990D-E818F15C2887}" dt="2026-01-20T16:13:43.420" v="1624" actId="2711"/>
          <ac:spMkLst>
            <pc:docMk/>
            <pc:sldMk cId="2407591899" sldId="260"/>
            <ac:spMk id="3" creationId="{15B72B73-BD29-8E34-B8A6-352F84DF9947}"/>
          </ac:spMkLst>
        </pc:spChg>
      </pc:sldChg>
      <pc:sldChg chg="addSp delSp modSp new mod">
        <pc:chgData name="Lakshmi V" userId="f055f243ffb41b73" providerId="LiveId" clId="{2C3D7F03-8558-4387-990D-E818F15C2887}" dt="2026-01-20T16:13:59.420" v="1627" actId="27636"/>
        <pc:sldMkLst>
          <pc:docMk/>
          <pc:sldMk cId="1579096862" sldId="261"/>
        </pc:sldMkLst>
        <pc:spChg chg="mod">
          <ac:chgData name="Lakshmi V" userId="f055f243ffb41b73" providerId="LiveId" clId="{2C3D7F03-8558-4387-990D-E818F15C2887}" dt="2026-01-20T11:34:14.745" v="115" actId="2711"/>
          <ac:spMkLst>
            <pc:docMk/>
            <pc:sldMk cId="1579096862" sldId="261"/>
            <ac:spMk id="2" creationId="{ACC41EBB-26B7-A5F8-3F4C-795F18787D9E}"/>
          </ac:spMkLst>
        </pc:spChg>
        <pc:spChg chg="mod">
          <ac:chgData name="Lakshmi V" userId="f055f243ffb41b73" providerId="LiveId" clId="{2C3D7F03-8558-4387-990D-E818F15C2887}" dt="2026-01-20T16:13:59.420" v="1627" actId="27636"/>
          <ac:spMkLst>
            <pc:docMk/>
            <pc:sldMk cId="1579096862" sldId="261"/>
            <ac:spMk id="3" creationId="{2A118588-3D99-1F25-1934-5C7BCECB6D36}"/>
          </ac:spMkLst>
        </pc:spChg>
      </pc:sldChg>
      <pc:sldChg chg="modSp new mod">
        <pc:chgData name="Lakshmi V" userId="f055f243ffb41b73" providerId="LiveId" clId="{2C3D7F03-8558-4387-990D-E818F15C2887}" dt="2026-01-20T16:15:04.070" v="1634" actId="27636"/>
        <pc:sldMkLst>
          <pc:docMk/>
          <pc:sldMk cId="3781449059" sldId="263"/>
        </pc:sldMkLst>
        <pc:spChg chg="mod">
          <ac:chgData name="Lakshmi V" userId="f055f243ffb41b73" providerId="LiveId" clId="{2C3D7F03-8558-4387-990D-E818F15C2887}" dt="2026-01-20T16:14:53.812" v="1632" actId="255"/>
          <ac:spMkLst>
            <pc:docMk/>
            <pc:sldMk cId="3781449059" sldId="263"/>
            <ac:spMk id="2" creationId="{BB6BC6BB-E983-9308-36D1-6353D71F0BB4}"/>
          </ac:spMkLst>
        </pc:spChg>
        <pc:spChg chg="mod">
          <ac:chgData name="Lakshmi V" userId="f055f243ffb41b73" providerId="LiveId" clId="{2C3D7F03-8558-4387-990D-E818F15C2887}" dt="2026-01-20T16:15:04.070" v="1634" actId="27636"/>
          <ac:spMkLst>
            <pc:docMk/>
            <pc:sldMk cId="3781449059" sldId="263"/>
            <ac:spMk id="3" creationId="{D76EA77E-4BC7-3EB5-1B5F-A2374FC01C8B}"/>
          </ac:spMkLst>
        </pc:spChg>
      </pc:sldChg>
      <pc:sldChg chg="addSp delSp modSp new mod">
        <pc:chgData name="Lakshmi V" userId="f055f243ffb41b73" providerId="LiveId" clId="{2C3D7F03-8558-4387-990D-E818F15C2887}" dt="2026-01-20T11:35:08.728" v="124" actId="14100"/>
        <pc:sldMkLst>
          <pc:docMk/>
          <pc:sldMk cId="933588719" sldId="264"/>
        </pc:sldMkLst>
        <pc:spChg chg="mod">
          <ac:chgData name="Lakshmi V" userId="f055f243ffb41b73" providerId="LiveId" clId="{2C3D7F03-8558-4387-990D-E818F15C2887}" dt="2026-01-20T11:34:55.016" v="121" actId="2711"/>
          <ac:spMkLst>
            <pc:docMk/>
            <pc:sldMk cId="933588719" sldId="264"/>
            <ac:spMk id="2" creationId="{6A1C16F7-0744-E98C-15FC-F1E2D2145909}"/>
          </ac:spMkLst>
        </pc:spChg>
        <pc:spChg chg="add mod">
          <ac:chgData name="Lakshmi V" userId="f055f243ffb41b73" providerId="LiveId" clId="{2C3D7F03-8558-4387-990D-E818F15C2887}" dt="2026-01-20T11:35:08.728" v="124" actId="14100"/>
          <ac:spMkLst>
            <pc:docMk/>
            <pc:sldMk cId="933588719" sldId="264"/>
            <ac:spMk id="4" creationId="{5D7831A6-1033-CD04-12D2-E1AE59C81411}"/>
          </ac:spMkLst>
        </pc:spChg>
      </pc:sldChg>
      <pc:sldChg chg="modSp new mod">
        <pc:chgData name="Lakshmi V" userId="f055f243ffb41b73" providerId="LiveId" clId="{2C3D7F03-8558-4387-990D-E818F15C2887}" dt="2026-01-20T11:35:22.247" v="126" actId="2711"/>
        <pc:sldMkLst>
          <pc:docMk/>
          <pc:sldMk cId="3223666177" sldId="265"/>
        </pc:sldMkLst>
        <pc:spChg chg="mod">
          <ac:chgData name="Lakshmi V" userId="f055f243ffb41b73" providerId="LiveId" clId="{2C3D7F03-8558-4387-990D-E818F15C2887}" dt="2026-01-20T11:35:16.673" v="125" actId="2711"/>
          <ac:spMkLst>
            <pc:docMk/>
            <pc:sldMk cId="3223666177" sldId="265"/>
            <ac:spMk id="2" creationId="{3A8C8522-79DE-2F8D-9F72-BEDA19B79EAB}"/>
          </ac:spMkLst>
        </pc:spChg>
        <pc:spChg chg="mod">
          <ac:chgData name="Lakshmi V" userId="f055f243ffb41b73" providerId="LiveId" clId="{2C3D7F03-8558-4387-990D-E818F15C2887}" dt="2026-01-20T11:35:22.247" v="126" actId="2711"/>
          <ac:spMkLst>
            <pc:docMk/>
            <pc:sldMk cId="3223666177" sldId="265"/>
            <ac:spMk id="3" creationId="{CB105B17-169B-7E76-3BAF-944301CFC9D5}"/>
          </ac:spMkLst>
        </pc:spChg>
      </pc:sldChg>
      <pc:sldChg chg="addSp delSp modSp new mod">
        <pc:chgData name="Lakshmi V" userId="f055f243ffb41b73" providerId="LiveId" clId="{2C3D7F03-8558-4387-990D-E818F15C2887}" dt="2026-01-20T13:36:33.520" v="1501" actId="20577"/>
        <pc:sldMkLst>
          <pc:docMk/>
          <pc:sldMk cId="1025862982" sldId="266"/>
        </pc:sldMkLst>
        <pc:spChg chg="mod">
          <ac:chgData name="Lakshmi V" userId="f055f243ffb41b73" providerId="LiveId" clId="{2C3D7F03-8558-4387-990D-E818F15C2887}" dt="2026-01-20T13:28:45.315" v="514" actId="27636"/>
          <ac:spMkLst>
            <pc:docMk/>
            <pc:sldMk cId="1025862982" sldId="266"/>
            <ac:spMk id="2" creationId="{D138F690-1168-CAE7-E262-8D0AAE0BABC2}"/>
          </ac:spMkLst>
        </pc:spChg>
        <pc:spChg chg="add mod">
          <ac:chgData name="Lakshmi V" userId="f055f243ffb41b73" providerId="LiveId" clId="{2C3D7F03-8558-4387-990D-E818F15C2887}" dt="2026-01-20T13:36:33.520" v="1501" actId="20577"/>
          <ac:spMkLst>
            <pc:docMk/>
            <pc:sldMk cId="1025862982" sldId="266"/>
            <ac:spMk id="4" creationId="{CEA94442-0820-482D-2AF2-99A902692F68}"/>
          </ac:spMkLst>
        </pc:spChg>
      </pc:sldChg>
      <pc:sldChg chg="modSp new mod">
        <pc:chgData name="Lakshmi V" userId="f055f243ffb41b73" providerId="LiveId" clId="{2C3D7F03-8558-4387-990D-E818F15C2887}" dt="2026-01-28T10:19:50.594" v="1643" actId="27636"/>
        <pc:sldMkLst>
          <pc:docMk/>
          <pc:sldMk cId="1921993318" sldId="268"/>
        </pc:sldMkLst>
        <pc:spChg chg="mod">
          <ac:chgData name="Lakshmi V" userId="f055f243ffb41b73" providerId="LiveId" clId="{2C3D7F03-8558-4387-990D-E818F15C2887}" dt="2026-01-28T10:19:21.280" v="1639"/>
          <ac:spMkLst>
            <pc:docMk/>
            <pc:sldMk cId="1921993318" sldId="268"/>
            <ac:spMk id="2" creationId="{42775771-1386-3157-64AE-A5DAD59C65E4}"/>
          </ac:spMkLst>
        </pc:spChg>
        <pc:spChg chg="mod">
          <ac:chgData name="Lakshmi V" userId="f055f243ffb41b73" providerId="LiveId" clId="{2C3D7F03-8558-4387-990D-E818F15C2887}" dt="2026-01-28T10:19:50.594" v="1643" actId="27636"/>
          <ac:spMkLst>
            <pc:docMk/>
            <pc:sldMk cId="1921993318" sldId="268"/>
            <ac:spMk id="3" creationId="{F44300F4-D90B-C907-DAEF-84FE734B48D6}"/>
          </ac:spMkLst>
        </pc:spChg>
      </pc:sldChg>
      <pc:sldChg chg="addSp modSp new mod">
        <pc:chgData name="Lakshmi V" userId="f055f243ffb41b73" providerId="LiveId" clId="{2C3D7F03-8558-4387-990D-E818F15C2887}" dt="2026-01-28T10:24:42.720" v="1662" actId="14100"/>
        <pc:sldMkLst>
          <pc:docMk/>
          <pc:sldMk cId="2174680020" sldId="269"/>
        </pc:sldMkLst>
        <pc:spChg chg="add mod">
          <ac:chgData name="Lakshmi V" userId="f055f243ffb41b73" providerId="LiveId" clId="{2C3D7F03-8558-4387-990D-E818F15C2887}" dt="2026-01-28T10:24:42.720" v="1662" actId="14100"/>
          <ac:spMkLst>
            <pc:docMk/>
            <pc:sldMk cId="2174680020" sldId="269"/>
            <ac:spMk id="3" creationId="{6B1FC242-C208-AF47-8AD5-7DEC3809DD14}"/>
          </ac:spMkLst>
        </pc:spChg>
      </pc:sldChg>
      <pc:sldChg chg="addSp delSp modSp new mod ord">
        <pc:chgData name="Lakshmi V" userId="f055f243ffb41b73" providerId="LiveId" clId="{2C3D7F03-8558-4387-990D-E818F15C2887}" dt="2026-01-28T10:22:17.305" v="1652" actId="14100"/>
        <pc:sldMkLst>
          <pc:docMk/>
          <pc:sldMk cId="159870419" sldId="270"/>
        </pc:sldMkLst>
        <pc:spChg chg="add del">
          <ac:chgData name="Lakshmi V" userId="f055f243ffb41b73" providerId="LiveId" clId="{2C3D7F03-8558-4387-990D-E818F15C2887}" dt="2026-01-28T10:20:54.873" v="1648" actId="22"/>
          <ac:spMkLst>
            <pc:docMk/>
            <pc:sldMk cId="159870419" sldId="270"/>
            <ac:spMk id="3" creationId="{B011F437-C182-3741-0679-A82FCA6536AF}"/>
          </ac:spMkLst>
        </pc:spChg>
        <pc:spChg chg="add mod">
          <ac:chgData name="Lakshmi V" userId="f055f243ffb41b73" providerId="LiveId" clId="{2C3D7F03-8558-4387-990D-E818F15C2887}" dt="2026-01-28T10:22:17.305" v="1652" actId="14100"/>
          <ac:spMkLst>
            <pc:docMk/>
            <pc:sldMk cId="159870419" sldId="270"/>
            <ac:spMk id="5" creationId="{0D6E3147-ECB8-5386-4833-9840CB4E69A9}"/>
          </ac:spMkLst>
        </pc:spChg>
      </pc:sldChg>
      <pc:sldChg chg="addSp modSp new mod">
        <pc:chgData name="Lakshmi V" userId="f055f243ffb41b73" providerId="LiveId" clId="{2C3D7F03-8558-4387-990D-E818F15C2887}" dt="2026-01-28T10:24:11.629" v="1659" actId="1076"/>
        <pc:sldMkLst>
          <pc:docMk/>
          <pc:sldMk cId="3744013529" sldId="271"/>
        </pc:sldMkLst>
        <pc:spChg chg="add mod">
          <ac:chgData name="Lakshmi V" userId="f055f243ffb41b73" providerId="LiveId" clId="{2C3D7F03-8558-4387-990D-E818F15C2887}" dt="2026-01-28T10:24:11.629" v="1659" actId="1076"/>
          <ac:spMkLst>
            <pc:docMk/>
            <pc:sldMk cId="3744013529" sldId="271"/>
            <ac:spMk id="3" creationId="{EC07D2B5-9E19-55F1-F68C-10E652C46719}"/>
          </ac:spMkLst>
        </pc:spChg>
        <pc:graphicFrameChg chg="add mod modGraphic">
          <ac:chgData name="Lakshmi V" userId="f055f243ffb41b73" providerId="LiveId" clId="{2C3D7F03-8558-4387-990D-E818F15C2887}" dt="2026-01-28T10:23:51.823" v="1658" actId="14100"/>
          <ac:graphicFrameMkLst>
            <pc:docMk/>
            <pc:sldMk cId="3744013529" sldId="271"/>
            <ac:graphicFrameMk id="2" creationId="{02F7ECFA-68CF-3736-9A3E-64E43F03926B}"/>
          </ac:graphicFrameMkLst>
        </pc:graphicFrameChg>
      </pc:sldChg>
      <pc:sldChg chg="addSp modSp new mod">
        <pc:chgData name="Lakshmi V" userId="f055f243ffb41b73" providerId="LiveId" clId="{2C3D7F03-8558-4387-990D-E818F15C2887}" dt="2026-01-28T10:22:55.643" v="1655" actId="14100"/>
        <pc:sldMkLst>
          <pc:docMk/>
          <pc:sldMk cId="2224545824" sldId="272"/>
        </pc:sldMkLst>
        <pc:spChg chg="add mod">
          <ac:chgData name="Lakshmi V" userId="f055f243ffb41b73" providerId="LiveId" clId="{2C3D7F03-8558-4387-990D-E818F15C2887}" dt="2026-01-28T10:22:55.643" v="1655" actId="14100"/>
          <ac:spMkLst>
            <pc:docMk/>
            <pc:sldMk cId="2224545824" sldId="272"/>
            <ac:spMk id="3" creationId="{7365270B-BFE7-2327-9D57-2F101CE7E0EA}"/>
          </ac:spMkLst>
        </pc:spChg>
      </pc:sldChg>
      <pc:sldChg chg="addSp modSp new mod">
        <pc:chgData name="Lakshmi V" userId="f055f243ffb41b73" providerId="LiveId" clId="{2C3D7F03-8558-4387-990D-E818F15C2887}" dt="2026-01-28T10:25:23.318" v="1667" actId="14100"/>
        <pc:sldMkLst>
          <pc:docMk/>
          <pc:sldMk cId="1596436353" sldId="273"/>
        </pc:sldMkLst>
        <pc:spChg chg="add mod">
          <ac:chgData name="Lakshmi V" userId="f055f243ffb41b73" providerId="LiveId" clId="{2C3D7F03-8558-4387-990D-E818F15C2887}" dt="2026-01-28T10:25:23.318" v="1667" actId="14100"/>
          <ac:spMkLst>
            <pc:docMk/>
            <pc:sldMk cId="1596436353" sldId="273"/>
            <ac:spMk id="3" creationId="{DEDBA4EA-0DDD-0AED-75B7-AD0820945249}"/>
          </ac:spMkLst>
        </pc:spChg>
      </pc:sldChg>
      <pc:sldChg chg="addSp modSp new mod">
        <pc:chgData name="Lakshmi V" userId="f055f243ffb41b73" providerId="LiveId" clId="{2C3D7F03-8558-4387-990D-E818F15C2887}" dt="2026-01-28T10:26:50.338" v="1675" actId="14100"/>
        <pc:sldMkLst>
          <pc:docMk/>
          <pc:sldMk cId="767869433" sldId="274"/>
        </pc:sldMkLst>
        <pc:spChg chg="add mod">
          <ac:chgData name="Lakshmi V" userId="f055f243ffb41b73" providerId="LiveId" clId="{2C3D7F03-8558-4387-990D-E818F15C2887}" dt="2026-01-28T10:26:13.201" v="1671" actId="1076"/>
          <ac:spMkLst>
            <pc:docMk/>
            <pc:sldMk cId="767869433" sldId="274"/>
            <ac:spMk id="3" creationId="{97AB6E3A-830D-431A-9756-F77E71D74EC9}"/>
          </ac:spMkLst>
        </pc:spChg>
        <pc:spChg chg="add mod">
          <ac:chgData name="Lakshmi V" userId="f055f243ffb41b73" providerId="LiveId" clId="{2C3D7F03-8558-4387-990D-E818F15C2887}" dt="2026-01-28T10:26:50.338" v="1675" actId="14100"/>
          <ac:spMkLst>
            <pc:docMk/>
            <pc:sldMk cId="767869433" sldId="274"/>
            <ac:spMk id="5" creationId="{8F2088AB-5F02-3DA8-1458-C77628F42B3D}"/>
          </ac:spMkLst>
        </pc:spChg>
      </pc:sldChg>
      <pc:sldChg chg="addSp modSp new mod">
        <pc:chgData name="Lakshmi V" userId="f055f243ffb41b73" providerId="LiveId" clId="{2C3D7F03-8558-4387-990D-E818F15C2887}" dt="2026-01-28T10:27:21.098" v="1679" actId="14100"/>
        <pc:sldMkLst>
          <pc:docMk/>
          <pc:sldMk cId="235438417" sldId="275"/>
        </pc:sldMkLst>
        <pc:spChg chg="add mod">
          <ac:chgData name="Lakshmi V" userId="f055f243ffb41b73" providerId="LiveId" clId="{2C3D7F03-8558-4387-990D-E818F15C2887}" dt="2026-01-28T10:27:21.098" v="1679" actId="14100"/>
          <ac:spMkLst>
            <pc:docMk/>
            <pc:sldMk cId="235438417" sldId="275"/>
            <ac:spMk id="3" creationId="{0C3C2650-BCA9-9F55-3C95-0D4C52A78DA9}"/>
          </ac:spMkLst>
        </pc:spChg>
      </pc:sldChg>
      <pc:sldChg chg="addSp modSp new mod">
        <pc:chgData name="Lakshmi V" userId="f055f243ffb41b73" providerId="LiveId" clId="{2C3D7F03-8558-4387-990D-E818F15C2887}" dt="2026-01-28T10:27:54.077" v="1682" actId="14100"/>
        <pc:sldMkLst>
          <pc:docMk/>
          <pc:sldMk cId="574949797" sldId="276"/>
        </pc:sldMkLst>
        <pc:spChg chg="add mod">
          <ac:chgData name="Lakshmi V" userId="f055f243ffb41b73" providerId="LiveId" clId="{2C3D7F03-8558-4387-990D-E818F15C2887}" dt="2026-01-28T10:27:54.077" v="1682" actId="14100"/>
          <ac:spMkLst>
            <pc:docMk/>
            <pc:sldMk cId="574949797" sldId="276"/>
            <ac:spMk id="3" creationId="{38E538A2-C640-EBBB-F132-3A6D691055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C7C21-BB22-AE07-3736-DE0333670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250D32-C331-D828-3B27-A35263ACB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4344D-DD03-DE68-FD8E-2E75D78E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FE33D-12CD-6FFD-8299-2D79CBCB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E99F-CF46-5933-C71B-EDA382F3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94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19C4-FF79-3FF5-DEFF-F66A8F631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139B-6095-E7EF-6A97-B1D28CD9A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6AE15-F285-1FEF-3F56-1EF4888F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B2193-DA39-B643-DE98-C69B9C554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19EF3-38F7-5890-71C3-8E3EF1B6B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15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F414-41C3-FA3F-82A5-AE9543A7F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25B7-B0D9-211F-5A45-B7B50614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6D9B3-A466-2460-F454-A669389D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13854-9D75-03AE-CC03-C13C77D0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244B4-2720-FF8A-87F8-C48FCB65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24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52880-18B8-21B5-4BCC-BC8D470D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C16CA-1880-A1B7-8618-C483643FF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61FEAB-5C8E-5F41-42DF-911C2BE6D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D0C4C-8E1A-CDAF-75D9-39D93E7B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8E8C1-67B2-988D-0E2F-42D7A6C5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E6FC1-D34A-944F-46EC-9101200A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99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46E4-8FCA-DCE0-CF2C-142000EE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C5BC-61CC-F13B-1C36-B156BDC03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D1751-DA22-304C-307F-C01AB4E88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A79B6-2EB8-8913-C36A-0753A0B83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77920-12FC-45EE-D4A6-0E228F331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E278D-3636-054E-46A3-F657DB4DB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B253D-B661-25FB-332A-58865771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56082-09A3-2BB2-B9E9-30A73B14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80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6832-0DE4-B3B3-3D8A-0B5E97A5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152D0D-EAE9-FEAB-49DB-634E98CC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AEDD2-17DF-9E25-AD25-D527479BD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5467B-1E2B-479A-45AE-FD1AE579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A13E9-57E5-7EEA-718F-FE3B5E0A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3EBA6-DD1D-6A39-E1D6-3AE90E2F2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75971-E0E7-73DF-FC39-CACF9126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390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B722-3210-B211-2E05-40542CE97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E2A47-827D-53F5-DFF6-5B9620F8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334A1-CFFC-C128-516A-FFE7358AC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EFAA1-403C-EA20-ED84-7B94A616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A80AF-FBAE-215C-33D6-1317ECF8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8B17D-0F16-8FEA-FFF5-05AE5DF6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239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69C1-2677-2F6E-F885-216442F5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3BE85-0B7C-2574-FEBA-D328BFDA5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F44FB-21CD-D2A5-39C0-FDC4C6FE0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E30FD-BD6F-E7B0-F46C-9F3F6B70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E3817-E405-A6F3-D49B-F08A5AE0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24B03-1B9B-1808-F1E2-A7196CCF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6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0349-3E98-F124-74DF-7FBD23E0E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69CEA-C333-36EB-1DCC-35BA69BAA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0D6CC-4B28-DBB0-0F13-A64FDEBB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B16F-4489-443A-D1B6-59995318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65892-44E9-7ED4-2473-7C6B3B38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95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6D3CD4-8833-DF23-C850-67E3D78C8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19653-E3AB-A0D7-E399-DABDCE230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0AD5-0233-0161-EFDD-C698E820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D8EE-A721-D601-F9FC-80B7EBC92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6E89A-6E37-8D2D-3FE3-3C2390E87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22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214A66-4CC5-4EEF-B333-4DA61B2A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21DB3-EF72-F1A7-D8D9-3841E3686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BEAFB-B8AE-6A72-4056-324F739D2E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CC8A5-F851-46C8-8634-EBFDEB314348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F9AE-4861-15BE-5378-8ED000CF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F34AA-B94A-5F34-F1E8-BD82E59AC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F9DA1-D3DE-4328-A2BD-3AAAB96C9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973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117D-DD89-FEE8-6DB4-FDB2C1910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User Behavior Segmentation Using Unsupervised Machine Learning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A3D1C-1ECC-BA6D-A5FE-52D6C266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9913"/>
            <a:ext cx="10515600" cy="3597049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Actionable Insights from Unsupervised Learning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V.Lakshmi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2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688D-C4A2-9356-8994-BB4E888D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109C-586D-9A50-D307-B4B7D8E71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behavior patterns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users for targeted marketing, retention, and personalization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actionable business insights from clustering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877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5771-1386-3157-64AE-A5DAD59C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Statement (What is the problem?)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00F4-D90B-C907-DAEF-84FE734B4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Modern mobile applications generate huge amounts of user behavior data such as sessions, clicks, time spent, and interactions.</a:t>
            </a:r>
            <a:br>
              <a:rPr lang="en-US" dirty="0"/>
            </a:br>
            <a:r>
              <a:rPr lang="en-US" dirty="0"/>
              <a:t>However, businesses </a:t>
            </a:r>
            <a:r>
              <a:rPr lang="en-US" b="1" dirty="0"/>
              <a:t>do not clearly understand how different users behave</a:t>
            </a:r>
            <a:r>
              <a:rPr lang="en-US" dirty="0"/>
              <a:t>, especially </a:t>
            </a:r>
            <a:r>
              <a:rPr lang="en-US" b="1" dirty="0"/>
              <a:t>without labeled data</a:t>
            </a:r>
            <a:r>
              <a:rPr lang="en-US" dirty="0"/>
              <a:t>.</a:t>
            </a:r>
          </a:p>
          <a:p>
            <a:r>
              <a:rPr lang="en-US" dirty="0"/>
              <a:t>Because of this:</a:t>
            </a:r>
          </a:p>
          <a:p>
            <a:r>
              <a:rPr lang="en-US" dirty="0"/>
              <a:t>All users are treated the same</a:t>
            </a:r>
          </a:p>
          <a:p>
            <a:r>
              <a:rPr lang="en-US" dirty="0"/>
              <a:t>Marketing campaigns become generic</a:t>
            </a:r>
          </a:p>
          <a:p>
            <a:r>
              <a:rPr lang="en-US" dirty="0"/>
              <a:t>High churn users are not identified early</a:t>
            </a:r>
          </a:p>
          <a:p>
            <a:r>
              <a:rPr lang="en-US" dirty="0"/>
              <a:t>👉 </a:t>
            </a:r>
            <a:r>
              <a:rPr lang="en-US" b="1" dirty="0"/>
              <a:t>Business Problem:</a:t>
            </a:r>
            <a:endParaRPr lang="en-US" dirty="0"/>
          </a:p>
          <a:p>
            <a:r>
              <a:rPr lang="en-US" i="1" dirty="0"/>
              <a:t>How can we understand different user behavior patterns and identify churn-risk users without predefined labels?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99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6E3147-ECB8-5386-4833-9840CB4E69A9}"/>
              </a:ext>
            </a:extLst>
          </p:cNvPr>
          <p:cNvSpPr txBox="1"/>
          <p:nvPr/>
        </p:nvSpPr>
        <p:spPr>
          <a:xfrm>
            <a:off x="1259840" y="2141419"/>
            <a:ext cx="91918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2️⃣ If This Problem Is NOT Solved – Disadvantages</a:t>
            </a:r>
          </a:p>
          <a:p>
            <a:pPr>
              <a:buNone/>
            </a:pPr>
            <a:r>
              <a:rPr lang="en-US" dirty="0"/>
              <a:t>If the problem is ignored: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High churn users leave silently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Marketing money is wasted on inactive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No early warning system for user drop-off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Product improvements are based on assumptions, not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❌ Business growth slows down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Result:</a:t>
            </a:r>
            <a:r>
              <a:rPr lang="en-US" dirty="0"/>
              <a:t> Loss of users, revenue, and brand trust</a:t>
            </a:r>
          </a:p>
        </p:txBody>
      </p:sp>
    </p:spTree>
    <p:extLst>
      <p:ext uri="{BB962C8B-B14F-4D97-AF65-F5344CB8AC3E}">
        <p14:creationId xmlns:p14="http://schemas.microsoft.com/office/powerpoint/2010/main" val="15987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65270B-BFE7-2327-9D57-2F101CE7E0EA}"/>
              </a:ext>
            </a:extLst>
          </p:cNvPr>
          <p:cNvSpPr txBox="1"/>
          <p:nvPr/>
        </p:nvSpPr>
        <p:spPr>
          <a:xfrm>
            <a:off x="904568" y="2138797"/>
            <a:ext cx="95176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If This Problem IS Solved – Advantages</a:t>
            </a:r>
          </a:p>
          <a:p>
            <a:pPr>
              <a:buNone/>
            </a:pPr>
            <a:r>
              <a:rPr lang="en-US" dirty="0"/>
              <a:t>By solving this 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Users are grouped based on real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Churn-risk users are detected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Personalized engagement strategies are possible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Marketing becomes targeted and cost-effective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✅ Business decisions become data-driven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Result:</a:t>
            </a:r>
            <a:r>
              <a:rPr lang="en-US" dirty="0"/>
              <a:t> Higher retention, better user experience, and revenue growth</a:t>
            </a:r>
          </a:p>
        </p:txBody>
      </p:sp>
    </p:spTree>
    <p:extLst>
      <p:ext uri="{BB962C8B-B14F-4D97-AF65-F5344CB8AC3E}">
        <p14:creationId xmlns:p14="http://schemas.microsoft.com/office/powerpoint/2010/main" val="222454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F7ECFA-68CF-3736-9A3E-64E43F039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471878"/>
              </p:ext>
            </p:extLst>
          </p:nvPr>
        </p:nvGraphicFramePr>
        <p:xfrm>
          <a:off x="838200" y="1504335"/>
          <a:ext cx="8987022" cy="3777116"/>
        </p:xfrm>
        <a:graphic>
          <a:graphicData uri="http://schemas.openxmlformats.org/drawingml/2006/table">
            <a:tbl>
              <a:tblPr/>
              <a:tblGrid>
                <a:gridCol w="4493511">
                  <a:extLst>
                    <a:ext uri="{9D8B030D-6E8A-4147-A177-3AD203B41FA5}">
                      <a16:colId xmlns:a16="http://schemas.microsoft.com/office/drawing/2014/main" val="3704243666"/>
                    </a:ext>
                  </a:extLst>
                </a:gridCol>
                <a:gridCol w="4493511">
                  <a:extLst>
                    <a:ext uri="{9D8B030D-6E8A-4147-A177-3AD203B41FA5}">
                      <a16:colId xmlns:a16="http://schemas.microsoft.com/office/drawing/2014/main" val="319090479"/>
                    </a:ext>
                  </a:extLst>
                </a:gridCol>
              </a:tblGrid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379909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Python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 and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053229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Pandas / NumPy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feature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412901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Matplotlib / Seaborn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Visualization &amp;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343025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StandardScaler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Normalize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51758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K-Means Clustering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Unsupervised user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23675"/>
                  </a:ext>
                </a:extLst>
              </a:tr>
              <a:tr h="53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PCA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Dimensionality reduction &amp;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84535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C07D2B5-9E19-55F1-F68C-10E652C46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046" y="1022551"/>
            <a:ext cx="1041973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Why These Tools Are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01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1FC242-C208-AF47-8AD5-7DEC3809DD14}"/>
              </a:ext>
            </a:extLst>
          </p:cNvPr>
          <p:cNvSpPr txBox="1"/>
          <p:nvPr/>
        </p:nvSpPr>
        <p:spPr>
          <a:xfrm>
            <a:off x="1120877" y="1446299"/>
            <a:ext cx="90358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5️⃣ Features Used &amp; Domain Impact</a:t>
            </a:r>
          </a:p>
          <a:p>
            <a:pPr>
              <a:buNone/>
            </a:pPr>
            <a:r>
              <a:rPr lang="en-IN" b="1" dirty="0"/>
              <a:t>📌 Domain: User </a:t>
            </a:r>
            <a:r>
              <a:rPr lang="en-IN" b="1" dirty="0" err="1"/>
              <a:t>Behavior</a:t>
            </a:r>
            <a:r>
              <a:rPr lang="en-IN" b="1" dirty="0"/>
              <a:t> Analytics &amp; Machine Learning</a:t>
            </a:r>
          </a:p>
          <a:p>
            <a:pPr>
              <a:buNone/>
            </a:pPr>
            <a:r>
              <a:rPr lang="en-IN" b="1" dirty="0"/>
              <a:t>Key Features &amp; What They Affect: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sessions_per_week</a:t>
            </a:r>
            <a:r>
              <a:rPr lang="en-IN" dirty="0"/>
              <a:t> → Usage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avg_session_duration</a:t>
            </a:r>
            <a:r>
              <a:rPr lang="en-IN" dirty="0"/>
              <a:t> → User interest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daily_active_minutes</a:t>
            </a:r>
            <a:r>
              <a:rPr lang="en-IN" dirty="0"/>
              <a:t> → Engagement strength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days_since_last_login</a:t>
            </a:r>
            <a:r>
              <a:rPr lang="en-IN" dirty="0"/>
              <a:t> → Inactivity signal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engagement_score</a:t>
            </a:r>
            <a:r>
              <a:rPr lang="en-IN" dirty="0"/>
              <a:t> → Overall user health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churn_risk_score</a:t>
            </a:r>
            <a:r>
              <a:rPr lang="en-IN" dirty="0"/>
              <a:t> → Exit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crash_events</a:t>
            </a:r>
            <a:r>
              <a:rPr lang="en-IN" b="1" dirty="0"/>
              <a:t> &amp; </a:t>
            </a:r>
            <a:r>
              <a:rPr lang="en-IN" b="1" dirty="0" err="1"/>
              <a:t>support_tickets</a:t>
            </a:r>
            <a:r>
              <a:rPr lang="en-IN" dirty="0"/>
              <a:t> → User experience issues</a:t>
            </a:r>
          </a:p>
          <a:p>
            <a:pPr>
              <a:buNone/>
            </a:pPr>
            <a:r>
              <a:rPr lang="en-IN" dirty="0"/>
              <a:t>👉 These features directly affect: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217468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DBA4EA-0DDD-0AED-75B7-AD0820945249}"/>
              </a:ext>
            </a:extLst>
          </p:cNvPr>
          <p:cNvSpPr txBox="1"/>
          <p:nvPr/>
        </p:nvSpPr>
        <p:spPr>
          <a:xfrm>
            <a:off x="2064773" y="1465006"/>
            <a:ext cx="81804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6️⃣ EDA (Exploratory Data Analysis)</a:t>
            </a:r>
          </a:p>
          <a:p>
            <a:pPr>
              <a:buNone/>
            </a:pPr>
            <a:r>
              <a:rPr lang="en-IN" dirty="0"/>
              <a:t>During EDA: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Checked missing values and outliers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Analyzed</a:t>
            </a:r>
            <a:r>
              <a:rPr lang="en-IN" dirty="0"/>
              <a:t> distribution of engagement &amp;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Observed correlations between usage and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Identified imbalance in user </a:t>
            </a:r>
            <a:r>
              <a:rPr lang="en-IN" dirty="0" err="1"/>
              <a:t>behavior</a:t>
            </a:r>
            <a:r>
              <a:rPr lang="en-IN" dirty="0"/>
              <a:t> patterns</a:t>
            </a:r>
          </a:p>
          <a:p>
            <a:pPr>
              <a:buNone/>
            </a:pPr>
            <a:r>
              <a:rPr lang="en-IN" dirty="0"/>
              <a:t>📌 </a:t>
            </a:r>
            <a:r>
              <a:rPr lang="en-IN" b="1" dirty="0"/>
              <a:t>EDA helped understand which features influence churn </a:t>
            </a:r>
            <a:r>
              <a:rPr lang="en-IN" b="1" dirty="0" err="1"/>
              <a:t>behavior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43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B6E3A-830D-431A-9756-F77E71D74EC9}"/>
              </a:ext>
            </a:extLst>
          </p:cNvPr>
          <p:cNvSpPr txBox="1"/>
          <p:nvPr/>
        </p:nvSpPr>
        <p:spPr>
          <a:xfrm>
            <a:off x="1061884" y="833650"/>
            <a:ext cx="85245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7️⃣ Key Insights from EDA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with low session frequency tend to have higher churn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 inactivity strongly correlates with churn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 crashes increase support tickets and churn probability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Engagement score decreases before churn happens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088AB-5F02-3DA8-1458-C77628F42B3D}"/>
              </a:ext>
            </a:extLst>
          </p:cNvPr>
          <p:cNvSpPr txBox="1"/>
          <p:nvPr/>
        </p:nvSpPr>
        <p:spPr>
          <a:xfrm>
            <a:off x="1170039" y="2413252"/>
            <a:ext cx="89276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8️⃣ Machine Learning Model Used</a:t>
            </a:r>
          </a:p>
          <a:p>
            <a:pPr>
              <a:buNone/>
            </a:pPr>
            <a:r>
              <a:rPr lang="en-IN" b="1" dirty="0"/>
              <a:t>🔹 Model: K-Means Clustering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Unsupervised (no target labels)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Groups users based on </a:t>
            </a:r>
            <a:r>
              <a:rPr lang="en-IN" dirty="0" err="1"/>
              <a:t>behavioral</a:t>
            </a:r>
            <a:r>
              <a:rPr lang="en-IN" dirty="0"/>
              <a:t> similarity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Optimal clusters found using </a:t>
            </a:r>
            <a:r>
              <a:rPr lang="en-IN" b="1" dirty="0"/>
              <a:t>Elbow Method</a:t>
            </a:r>
            <a:endParaRPr lang="en-IN" dirty="0"/>
          </a:p>
          <a:p>
            <a:pPr>
              <a:buNone/>
            </a:pPr>
            <a:r>
              <a:rPr lang="en-IN" b="1" dirty="0"/>
              <a:t>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Cluster 0: Stable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Cluster 1: Moderate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Cluster 2: At-risk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Cluster 3: Low-engagement users</a:t>
            </a:r>
          </a:p>
        </p:txBody>
      </p:sp>
    </p:spTree>
    <p:extLst>
      <p:ext uri="{BB962C8B-B14F-4D97-AF65-F5344CB8AC3E}">
        <p14:creationId xmlns:p14="http://schemas.microsoft.com/office/powerpoint/2010/main" val="76786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C2650-BCA9-9F55-3C95-0D4C52A78DA9}"/>
              </a:ext>
            </a:extLst>
          </p:cNvPr>
          <p:cNvSpPr txBox="1"/>
          <p:nvPr/>
        </p:nvSpPr>
        <p:spPr>
          <a:xfrm>
            <a:off x="1347019" y="2554295"/>
            <a:ext cx="77969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9️⃣ Model Evaluation (Without Labels)</a:t>
            </a:r>
          </a:p>
          <a:p>
            <a:pPr>
              <a:buNone/>
            </a:pPr>
            <a:r>
              <a:rPr lang="en-US" dirty="0"/>
              <a:t>Since no ground truth: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</a:t>
            </a:r>
            <a:r>
              <a:rPr lang="en-US" b="1" dirty="0"/>
              <a:t>cluster separation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PCA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Behavioral interpretability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 relevance of clusters</a:t>
            </a:r>
          </a:p>
        </p:txBody>
      </p:sp>
    </p:spTree>
    <p:extLst>
      <p:ext uri="{BB962C8B-B14F-4D97-AF65-F5344CB8AC3E}">
        <p14:creationId xmlns:p14="http://schemas.microsoft.com/office/powerpoint/2010/main" val="235438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E538A2-C640-EBBB-F132-3A6D691055C1}"/>
              </a:ext>
            </a:extLst>
          </p:cNvPr>
          <p:cNvSpPr txBox="1"/>
          <p:nvPr/>
        </p:nvSpPr>
        <p:spPr>
          <a:xfrm>
            <a:off x="924232" y="2277296"/>
            <a:ext cx="98224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🔟 Proof That the Model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cluster separation in PCA plot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Meaningful behavior differences between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Business-actionable segments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Churn-risk concentrated in specific clusters</a:t>
            </a:r>
          </a:p>
          <a:p>
            <a:pPr>
              <a:buNone/>
            </a:pPr>
            <a:r>
              <a:rPr lang="en-US" dirty="0"/>
              <a:t>📌 </a:t>
            </a:r>
            <a:r>
              <a:rPr lang="en-US" b="1" dirty="0"/>
              <a:t>Proof:</a:t>
            </a:r>
            <a:endParaRPr lang="en-US" dirty="0"/>
          </a:p>
          <a:p>
            <a:pPr>
              <a:buNone/>
            </a:pPr>
            <a:r>
              <a:rPr lang="en-US" dirty="0"/>
              <a:t>The model converts raw behavior data into clear, explainable user segments useful for real-world decisions.</a:t>
            </a:r>
          </a:p>
        </p:txBody>
      </p:sp>
    </p:spTree>
    <p:extLst>
      <p:ext uri="{BB962C8B-B14F-4D97-AF65-F5344CB8AC3E}">
        <p14:creationId xmlns:p14="http://schemas.microsoft.com/office/powerpoint/2010/main" val="574949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7EF6-6909-F97E-2548-491D5555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Cluster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D94DE7-DA89-9867-5811-5C327352C2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972604"/>
              </p:ext>
            </p:extLst>
          </p:nvPr>
        </p:nvGraphicFramePr>
        <p:xfrm>
          <a:off x="838200" y="2432958"/>
          <a:ext cx="10515600" cy="3282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636066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58343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49596181"/>
                    </a:ext>
                  </a:extLst>
                </a:gridCol>
              </a:tblGrid>
              <a:tr h="65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Cluster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45999"/>
                  </a:ext>
                </a:extLst>
              </a:tr>
              <a:tr h="65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Frequent, highly engaged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126492"/>
                  </a:ext>
                </a:extLst>
              </a:tr>
              <a:tr h="65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Consistent, average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469710"/>
                  </a:ext>
                </a:extLst>
              </a:tr>
              <a:tr h="65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Inactive / at-risk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7888"/>
                  </a:ext>
                </a:extLst>
              </a:tr>
              <a:tr h="6564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Occasional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Irregular, sporadic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440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289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B9D-E122-81E5-63DB-2CE0C453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High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lang="en-US" dirty="0"/>
              <a:t> Users (Cluster 0)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72B73-BD29-8E34-B8A6-352F84DF9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3600" b="1" dirty="0"/>
              <a:t>Behavior:</a:t>
            </a:r>
            <a:endParaRPr lang="en-US" sz="36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sessions_per_week</a:t>
            </a:r>
            <a:r>
              <a:rPr lang="en-US" altLang="en-US" dirty="0">
                <a:latin typeface="Arial" panose="020B0604020202020204" pitchFamily="34" charset="0"/>
              </a:rPr>
              <a:t> – Number of times the user opens the app per week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dirty="0">
                <a:latin typeface="Arial" panose="020B0604020202020204" pitchFamily="34" charset="0"/>
              </a:rPr>
              <a:t>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avg_session_duration_min</a:t>
            </a:r>
            <a:r>
              <a:rPr lang="en-US" altLang="en-US" dirty="0">
                <a:latin typeface="Arial" panose="020B0604020202020204" pitchFamily="34" charset="0"/>
              </a:rPr>
              <a:t> –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US" altLang="en-US" dirty="0">
                <a:latin typeface="Arial" panose="020B0604020202020204" pitchFamily="34" charset="0"/>
              </a:rPr>
              <a:t> duration of one session (in minutes)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high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daily_active_minutes</a:t>
            </a:r>
            <a:r>
              <a:rPr lang="en-US" altLang="en-US" dirty="0">
                <a:latin typeface="Arial" panose="020B0604020202020204" pitchFamily="34" charset="0"/>
              </a:rPr>
              <a:t> – Total active time spent per day  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feature_clicks_per_session</a:t>
            </a:r>
            <a:r>
              <a:rPr lang="en-US" altLang="en-US" dirty="0">
                <a:latin typeface="Arial" panose="020B0604020202020204" pitchFamily="34" charset="0"/>
              </a:rPr>
              <a:t> – Number of feature clicks in one session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notifications_opened_per_week</a:t>
            </a:r>
            <a:r>
              <a:rPr lang="en-US" altLang="en-US" dirty="0">
                <a:latin typeface="Arial" panose="020B0604020202020204" pitchFamily="34" charset="0"/>
              </a:rPr>
              <a:t> – Notifications opened per week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in_app_search_count</a:t>
            </a:r>
            <a:r>
              <a:rPr lang="en-US" altLang="en-US" dirty="0">
                <a:latin typeface="Arial" panose="020B0604020202020204" pitchFamily="34" charset="0"/>
              </a:rPr>
              <a:t> – Number of searches made inside the app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pages_viewed_per_session</a:t>
            </a:r>
            <a:r>
              <a:rPr lang="en-US" altLang="en-US" dirty="0">
                <a:latin typeface="Arial" panose="020B0604020202020204" pitchFamily="34" charset="0"/>
              </a:rPr>
              <a:t> – Pages/screens viewed per session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high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crash_events_last_30_days</a:t>
            </a:r>
            <a:r>
              <a:rPr lang="en-US" altLang="en-US" dirty="0">
                <a:latin typeface="Arial" panose="020B0604020202020204" pitchFamily="34" charset="0"/>
              </a:rPr>
              <a:t> – App crashes experienced in last 30 days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low no problem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support_tickets_raised</a:t>
            </a:r>
            <a:r>
              <a:rPr lang="en-US" altLang="en-US" dirty="0">
                <a:latin typeface="Arial" panose="020B0604020202020204" pitchFamily="34" charset="0"/>
              </a:rPr>
              <a:t> – Number of support requests raised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 low no problem</a:t>
            </a:r>
            <a:r>
              <a:rPr lang="en-US" altLang="en-US" dirty="0">
                <a:latin typeface="Arial" panose="020B0604020202020204" pitchFamily="34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days_since_last_login</a:t>
            </a:r>
            <a:r>
              <a:rPr lang="en-US" altLang="en-US" dirty="0">
                <a:latin typeface="Arial" panose="020B0604020202020204" pitchFamily="34" charset="0"/>
              </a:rPr>
              <a:t> – Days passed since last login   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high inactive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ads_clicked_last_30_days</a:t>
            </a:r>
            <a:r>
              <a:rPr lang="en-US" altLang="en-US" dirty="0">
                <a:latin typeface="Arial" panose="020B0604020202020204" pitchFamily="34" charset="0"/>
              </a:rPr>
              <a:t> – Ads clicked in last 30 days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content_downloads</a:t>
            </a:r>
            <a:r>
              <a:rPr lang="en-US" altLang="en-US" dirty="0">
                <a:latin typeface="Arial" panose="020B0604020202020204" pitchFamily="34" charset="0"/>
              </a:rPr>
              <a:t> – Number of contents downloaded  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r>
              <a:rPr lang="en-US" altLang="en-US" dirty="0">
                <a:latin typeface="Arial" panose="020B0604020202020204" pitchFamily="34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social_shares</a:t>
            </a:r>
            <a:r>
              <a:rPr lang="en-US" altLang="en-US" dirty="0">
                <a:latin typeface="Arial" panose="020B0604020202020204" pitchFamily="34" charset="0"/>
              </a:rPr>
              <a:t> – Number of times content was shared     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r>
              <a:rPr lang="en-US" altLang="en-US" dirty="0">
                <a:latin typeface="Arial" panose="020B0604020202020204" pitchFamily="34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rating_given</a:t>
            </a:r>
            <a:r>
              <a:rPr lang="en-US" altLang="en-US" dirty="0">
                <a:latin typeface="Arial" panose="020B0604020202020204" pitchFamily="34" charset="0"/>
              </a:rPr>
              <a:t> – Rating given by the user                               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high no problem</a:t>
            </a:r>
            <a:r>
              <a:rPr lang="en-US" altLang="en-US" dirty="0">
                <a:latin typeface="Arial" panose="020B0604020202020204" pitchFamily="34" charset="0"/>
              </a:rPr>
              <a:t>                                                                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churn_risk_score</a:t>
            </a:r>
            <a:r>
              <a:rPr lang="en-US" altLang="en-US" dirty="0">
                <a:latin typeface="Arial" panose="020B0604020202020204" pitchFamily="34" charset="0"/>
              </a:rPr>
              <a:t> – Probability of user leaving the app (higher = more risk)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low no problem</a:t>
            </a:r>
            <a:r>
              <a:rPr lang="en-US" altLang="en-US" dirty="0">
                <a:latin typeface="Arial" panose="020B0604020202020204" pitchFamily="34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engagement_score</a:t>
            </a:r>
            <a:r>
              <a:rPr lang="en-US" altLang="en-US" dirty="0">
                <a:latin typeface="Arial" panose="020B0604020202020204" pitchFamily="34" charset="0"/>
              </a:rPr>
              <a:t> – Overall engagement level of the user   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 err="1">
                <a:latin typeface="Arial" panose="020B0604020202020204" pitchFamily="34" charset="0"/>
              </a:rPr>
              <a:t>account_age_days</a:t>
            </a:r>
            <a:r>
              <a:rPr lang="en-US" altLang="en-US" dirty="0">
                <a:latin typeface="Arial" panose="020B0604020202020204" pitchFamily="34" charset="0"/>
              </a:rPr>
              <a:t> – Number of days since account creation                                         </a:t>
            </a:r>
            <a:r>
              <a:rPr lang="en-US" altLang="en-US" dirty="0"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r>
              <a:rPr lang="en-US" altLang="en-US" dirty="0">
                <a:latin typeface="Arial" panose="020B0604020202020204" pitchFamily="34" charset="0"/>
              </a:rPr>
              <a:t>    </a:t>
            </a:r>
          </a:p>
          <a:p>
            <a:endParaRPr lang="en-IN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Loyalty &amp; premium offers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access to new features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retention to keep them active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591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1EBB-26B7-A5F8-3F4C-795F1878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</a:t>
            </a:r>
            <a:r>
              <a:rPr lang="en-IN" dirty="0"/>
              <a:t> Engagement Users (Cluster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8588-3D99-1F25-1934-5C7BCECB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sessions_per_week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times the user opens the app per week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avg_session_duration_min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Average duration of one session (in minutes)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daily_active_minutes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Total active time spent per day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feature_clicks_per_session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feature clicks in one session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notifications_opened_per_week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Notifications opened per week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in_app_search_count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searches made inside the app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pages_viewed_per_session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Pages/screens viewed per session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crash_events_last_30_days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 crashes experienced in last 30 days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 no problem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support_tickets_raised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support requests raised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days_since_last_login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Days passed since last login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 active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ads_clicked_last_30_days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Ads clicked in last 30 days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content_downloads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contents downloaded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social_shares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times content was shared  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rating_given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Rating given by the user                        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churn_risk_score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Probability of user leaving the app (higher = more risk)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engagement_score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engagement level of the user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account_age_days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days since account creation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notifications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recommendations to increase engagement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Campaigns for upsell or cross-sell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9096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F690-1168-CAE7-E262-8D0AAE0BA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84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dirty="0"/>
              <a:t> / At-Risk Users (Cluster 2)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A94442-0820-482D-2AF2-99A902692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984060"/>
            <a:ext cx="9436510" cy="6034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/>
              <a:t>Behavior:</a:t>
            </a:r>
            <a:endParaRPr lang="en-US" sz="18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sessions_per_week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times the user opens the app per week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avg_session_duration_min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Average duration of one session (in minutes)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daily_active_minutes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Total active time spent per day  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feature_clicks_per_session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feature clicks in one session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notifications_opened_per_week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Notifications opened per week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in_app_search_count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searches made inside the app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pages_viewed_per_session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Pages/screens viewed per session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crash_events_last_30_days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App crashes experienced in last 30 days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low no problem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support_tickets_raised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support requests raised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low no problem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days_since_last_login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Days passed since last login   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high inactive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ads_clicked_last_30_days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Ads clicked in last 30 days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content_downloads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contents downloaded  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social_shares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times content was shared     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rating_given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Rating given by the user                               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high no problem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churn_risk_score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Probability of user leaving the app (higher = more risk)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low no problem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engagement_score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Overall engagement level of the user   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high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account_age_days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Number of days since account creation                           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moderate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endParaRPr lang="en-US" altLang="en-US" sz="1400" dirty="0">
              <a:latin typeface="Arial" panose="020B0604020202020204" pitchFamily="34" charset="0"/>
            </a:endParaRPr>
          </a:p>
          <a:p>
            <a:r>
              <a:rPr lang="en-US" sz="1800" b="1" dirty="0"/>
              <a:t>Business Actions: </a:t>
            </a:r>
            <a:endParaRPr lang="en-US" sz="1800" dirty="0"/>
          </a:p>
          <a:p>
            <a:r>
              <a:rPr lang="en-US" sz="1800" dirty="0"/>
              <a:t>Retention campaigns (offers, reminders)</a:t>
            </a:r>
          </a:p>
          <a:p>
            <a:r>
              <a:rPr lang="en-US" sz="1800" dirty="0"/>
              <a:t>Onboarding improvements</a:t>
            </a:r>
          </a:p>
          <a:p>
            <a:r>
              <a:rPr lang="en-US" sz="1800" dirty="0"/>
              <a:t>Monitor churn risk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862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BC6BB-E983-9308-36D1-6353D71F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Occasional Users (Cluster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A77E-4BC7-3EB5-1B5F-A2374FC01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Behavior: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sessions_per_week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times the user opens the app per week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avg_session_duration_min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Average duration of one session (in minutes)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daily_active_minutes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Total active time spent per day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feature_clicks_per_session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feature clicks in one session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notifications_opened_per_week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Notifications opened per week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in_app_search_count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searches made inside the app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pages_viewed_per_session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Pages/screens viewed per session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high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crash_events_last_30_days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App crashes experienced in last 30 days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 no problem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support_tickets_raised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support requests raised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low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days_since_last_login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Days passed since last login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high inactive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ads_clicked_last_30_days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Ads clicked in last 30 days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content_downloads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contents downloaded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social_shares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times content was shared  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rating_given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Rating given by the user                               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high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churn_risk_score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Probability of user leaving the app (higher = more risk)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low no problem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engagement_score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engagement level of the user   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high </a:t>
            </a:r>
            <a:endParaRPr lang="en-US" alt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account_age_days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days since account creation                                         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moderate</a:t>
            </a:r>
            <a:r>
              <a:rPr lang="en-US" alt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Actions: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Re-engagement campaigns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for key features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Incentives to increase usage frequency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449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25E46-B742-7D17-37AC-CB0D86F7F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365125"/>
            <a:ext cx="10832690" cy="1325563"/>
          </a:xfrm>
        </p:spPr>
        <p:txBody>
          <a:bodyPr/>
          <a:lstStyle/>
          <a:p>
            <a:r>
              <a:rPr lang="en-US" dirty="0"/>
              <a:t>User Behavior Comparison – Cluster 0 to 3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A2A7BA-209F-9258-3AD7-49000C2E1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89986"/>
              </p:ext>
            </p:extLst>
          </p:nvPr>
        </p:nvGraphicFramePr>
        <p:xfrm>
          <a:off x="521110" y="1474839"/>
          <a:ext cx="10832690" cy="5383158"/>
        </p:xfrm>
        <a:graphic>
          <a:graphicData uri="http://schemas.openxmlformats.org/drawingml/2006/table">
            <a:tbl>
              <a:tblPr/>
              <a:tblGrid>
                <a:gridCol w="2166538">
                  <a:extLst>
                    <a:ext uri="{9D8B030D-6E8A-4147-A177-3AD203B41FA5}">
                      <a16:colId xmlns:a16="http://schemas.microsoft.com/office/drawing/2014/main" val="390433653"/>
                    </a:ext>
                  </a:extLst>
                </a:gridCol>
                <a:gridCol w="2166538">
                  <a:extLst>
                    <a:ext uri="{9D8B030D-6E8A-4147-A177-3AD203B41FA5}">
                      <a16:colId xmlns:a16="http://schemas.microsoft.com/office/drawing/2014/main" val="3069593525"/>
                    </a:ext>
                  </a:extLst>
                </a:gridCol>
                <a:gridCol w="2166538">
                  <a:extLst>
                    <a:ext uri="{9D8B030D-6E8A-4147-A177-3AD203B41FA5}">
                      <a16:colId xmlns:a16="http://schemas.microsoft.com/office/drawing/2014/main" val="3885713091"/>
                    </a:ext>
                  </a:extLst>
                </a:gridCol>
                <a:gridCol w="2166538">
                  <a:extLst>
                    <a:ext uri="{9D8B030D-6E8A-4147-A177-3AD203B41FA5}">
                      <a16:colId xmlns:a16="http://schemas.microsoft.com/office/drawing/2014/main" val="3629925185"/>
                    </a:ext>
                  </a:extLst>
                </a:gridCol>
                <a:gridCol w="2166538">
                  <a:extLst>
                    <a:ext uri="{9D8B030D-6E8A-4147-A177-3AD203B41FA5}">
                      <a16:colId xmlns:a16="http://schemas.microsoft.com/office/drawing/2014/main" val="1857720821"/>
                    </a:ext>
                  </a:extLst>
                </a:gridCol>
              </a:tblGrid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Feature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Cluster 0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Cluster 1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Cluster 2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Cluster 3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371898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Sessions per week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287850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/>
                        <a:t>Avg</a:t>
                      </a:r>
                      <a:r>
                        <a:rPr lang="en-IN" sz="800" dirty="0"/>
                        <a:t> session duration (min)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</a:t>
                      </a:r>
                      <a:r>
                        <a:rPr lang="en-IN" sz="800" dirty="0" err="1"/>
                        <a:t>igh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40563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Daily active minutes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368752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Feature clicks per session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230010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Notifications opened per week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958551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In-app search count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42552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Pages viewed per session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007299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Crash events (last 30 days)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 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58248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Support tickets raised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1972211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Days since last login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High (Inactive)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Low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 (Inactive)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 (Inactive)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167023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Ads clicked (last 30 days)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Low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737028"/>
                  </a:ext>
                </a:extLst>
              </a:tr>
              <a:tr h="3588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Content downloads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38743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Social shares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976079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Rating given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High no problem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Moderate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513215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Churn risk score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</a:t>
                      </a:r>
                      <a:r>
                        <a:rPr lang="en-IN" sz="800" dirty="0"/>
                        <a:t>ow no problem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Low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667182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Engagement score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</a:t>
                      </a:r>
                      <a:r>
                        <a:rPr lang="en-IN" sz="800" dirty="0" err="1"/>
                        <a:t>oderate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High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678710"/>
                  </a:ext>
                </a:extLst>
              </a:tr>
              <a:tr h="2050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Account age (days)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M</a:t>
                      </a:r>
                      <a:r>
                        <a:rPr lang="en-IN" sz="800" dirty="0" err="1"/>
                        <a:t>oderate</a:t>
                      </a:r>
                      <a:endParaRPr lang="en-IN" sz="800" dirty="0"/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Moderate</a:t>
                      </a:r>
                    </a:p>
                  </a:txBody>
                  <a:tcPr marL="41441" marR="41441" marT="20721" marB="207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17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930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C16F7-0744-E98C-15FC-F1E2D214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r>
              <a:rPr lang="en-IN" dirty="0"/>
              <a:t> of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7831A6-1033-CD04-12D2-E1AE59C81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29793"/>
            <a:ext cx="989862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High-value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Reward and retain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Moderate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Nudge to increase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At-risk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Prevent churn with targeted 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Occasional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 regular activity</a:t>
            </a:r>
          </a:p>
        </p:txBody>
      </p:sp>
    </p:spTree>
    <p:extLst>
      <p:ext uri="{BB962C8B-B14F-4D97-AF65-F5344CB8AC3E}">
        <p14:creationId xmlns:p14="http://schemas.microsoft.com/office/powerpoint/2010/main" val="93358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8522-79DE-2F8D-9F72-BEDA19B7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</a:t>
            </a:r>
            <a:r>
              <a:rPr lang="en-IN" dirty="0"/>
              <a:t>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05B17-169B-7E76-3BAF-944301CF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34104"/>
          </a:xfrm>
        </p:spPr>
        <p:txBody>
          <a:bodyPr/>
          <a:lstStyle/>
          <a:p>
            <a:r>
              <a:rPr lang="en-US" dirty="0"/>
              <a:t>Personalization drives engagement</a:t>
            </a:r>
          </a:p>
          <a:p>
            <a:r>
              <a:rPr lang="en-US" dirty="0"/>
              <a:t>Early detection reduces churn</a:t>
            </a:r>
          </a:p>
          <a:p>
            <a:r>
              <a:rPr lang="en-US" dirty="0"/>
              <a:t>Targeted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US" dirty="0"/>
              <a:t> increases conversion</a:t>
            </a:r>
          </a:p>
          <a:p>
            <a:r>
              <a:rPr lang="en-US" dirty="0"/>
              <a:t>Data-driven decisions for product &amp; business strategy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3666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2001</Words>
  <Application>Microsoft Office PowerPoint</Application>
  <PresentationFormat>Widescreen</PresentationFormat>
  <Paragraphs>306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Office Theme</vt:lpstr>
      <vt:lpstr>App User Behavior Segmentation Using Unsupervised Machine Learning</vt:lpstr>
      <vt:lpstr>Overview</vt:lpstr>
      <vt:lpstr>Business Problem Statement (What is the problem?)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Cluster Summary</vt:lpstr>
      <vt:lpstr>High Engagement Users (Cluster 0)</vt:lpstr>
      <vt:lpstr>Moderate Engagement Users (Cluster 1)</vt:lpstr>
      <vt:lpstr>Low / At-Risk Users (Cluster 2)</vt:lpstr>
      <vt:lpstr>Occasional Users (Cluster 3)</vt:lpstr>
      <vt:lpstr>User Behavior Comparison – Cluster 0 to 3 </vt:lpstr>
      <vt:lpstr>Summary of Insights</vt:lpstr>
      <vt:lpstr>Actionable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V</dc:creator>
  <cp:lastModifiedBy>Lakshmi V</cp:lastModifiedBy>
  <cp:revision>3</cp:revision>
  <dcterms:created xsi:type="dcterms:W3CDTF">2026-01-20T11:20:20Z</dcterms:created>
  <dcterms:modified xsi:type="dcterms:W3CDTF">2026-01-28T10:27:54Z</dcterms:modified>
</cp:coreProperties>
</file>