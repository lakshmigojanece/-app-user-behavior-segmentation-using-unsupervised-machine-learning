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6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FE7CA-15CC-467E-A4C4-DC0AF237599D}" v="69" dt="2026-01-20T15:43:46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kshmi V" userId="f055f243ffb41b73" providerId="LiveId" clId="{2C3D7F03-8558-4387-990D-E818F15C2887}"/>
    <pc:docChg chg="undo custSel addSld delSld modSld">
      <pc:chgData name="Lakshmi V" userId="f055f243ffb41b73" providerId="LiveId" clId="{2C3D7F03-8558-4387-990D-E818F15C2887}" dt="2026-01-20T16:15:04.070" v="1634" actId="27636"/>
      <pc:docMkLst>
        <pc:docMk/>
      </pc:docMkLst>
      <pc:sldChg chg="addSp delSp modSp del mod">
        <pc:chgData name="Lakshmi V" userId="f055f243ffb41b73" providerId="LiveId" clId="{2C3D7F03-8558-4387-990D-E818F15C2887}" dt="2026-01-20T11:24:29.756" v="72" actId="2696"/>
        <pc:sldMkLst>
          <pc:docMk/>
          <pc:sldMk cId="3693361293" sldId="256"/>
        </pc:sldMkLst>
        <pc:spChg chg="mod">
          <ac:chgData name="Lakshmi V" userId="f055f243ffb41b73" providerId="LiveId" clId="{2C3D7F03-8558-4387-990D-E818F15C2887}" dt="2026-01-20T11:23:01.684" v="38" actId="14100"/>
          <ac:spMkLst>
            <pc:docMk/>
            <pc:sldMk cId="3693361293" sldId="256"/>
            <ac:spMk id="2" creationId="{26ECC722-646F-9CCB-57A6-59C17911C82D}"/>
          </ac:spMkLst>
        </pc:spChg>
        <pc:spChg chg="del">
          <ac:chgData name="Lakshmi V" userId="f055f243ffb41b73" providerId="LiveId" clId="{2C3D7F03-8558-4387-990D-E818F15C2887}" dt="2026-01-20T11:22:57.499" v="37" actId="21"/>
          <ac:spMkLst>
            <pc:docMk/>
            <pc:sldMk cId="3693361293" sldId="256"/>
            <ac:spMk id="3" creationId="{0605749B-435F-2ACD-1327-69188D62802B}"/>
          </ac:spMkLst>
        </pc:spChg>
        <pc:spChg chg="add del">
          <ac:chgData name="Lakshmi V" userId="f055f243ffb41b73" providerId="LiveId" clId="{2C3D7F03-8558-4387-990D-E818F15C2887}" dt="2026-01-20T11:21:43.580" v="11" actId="22"/>
          <ac:spMkLst>
            <pc:docMk/>
            <pc:sldMk cId="3693361293" sldId="256"/>
            <ac:spMk id="5" creationId="{565A88CA-F4A8-4DA8-9ED2-079A48E9DC94}"/>
          </ac:spMkLst>
        </pc:spChg>
      </pc:sldChg>
      <pc:sldChg chg="modSp new mod">
        <pc:chgData name="Lakshmi V" userId="f055f243ffb41b73" providerId="LiveId" clId="{2C3D7F03-8558-4387-990D-E818F15C2887}" dt="2026-01-20T11:33:16.372" v="108" actId="255"/>
        <pc:sldMkLst>
          <pc:docMk/>
          <pc:sldMk cId="2557823873" sldId="257"/>
        </pc:sldMkLst>
        <pc:spChg chg="mod">
          <ac:chgData name="Lakshmi V" userId="f055f243ffb41b73" providerId="LiveId" clId="{2C3D7F03-8558-4387-990D-E818F15C2887}" dt="2026-01-20T11:33:16.372" v="108" actId="255"/>
          <ac:spMkLst>
            <pc:docMk/>
            <pc:sldMk cId="2557823873" sldId="257"/>
            <ac:spMk id="2" creationId="{0E85117D-DD89-FEE8-6DB4-FDB2C1910401}"/>
          </ac:spMkLst>
        </pc:spChg>
        <pc:spChg chg="mod">
          <ac:chgData name="Lakshmi V" userId="f055f243ffb41b73" providerId="LiveId" clId="{2C3D7F03-8558-4387-990D-E818F15C2887}" dt="2026-01-20T11:33:16.372" v="108" actId="255"/>
          <ac:spMkLst>
            <pc:docMk/>
            <pc:sldMk cId="2557823873" sldId="257"/>
            <ac:spMk id="3" creationId="{FF2A3D1C-1ECC-BA6D-A5FE-52D6C2668505}"/>
          </ac:spMkLst>
        </pc:spChg>
      </pc:sldChg>
      <pc:sldChg chg="modSp new mod">
        <pc:chgData name="Lakshmi V" userId="f055f243ffb41b73" providerId="LiveId" clId="{2C3D7F03-8558-4387-990D-E818F15C2887}" dt="2026-01-20T11:33:35.301" v="110" actId="2711"/>
        <pc:sldMkLst>
          <pc:docMk/>
          <pc:sldMk cId="1593877741" sldId="258"/>
        </pc:sldMkLst>
        <pc:spChg chg="mod">
          <ac:chgData name="Lakshmi V" userId="f055f243ffb41b73" providerId="LiveId" clId="{2C3D7F03-8558-4387-990D-E818F15C2887}" dt="2026-01-20T11:33:28.807" v="109" actId="2711"/>
          <ac:spMkLst>
            <pc:docMk/>
            <pc:sldMk cId="1593877741" sldId="258"/>
            <ac:spMk id="2" creationId="{3FFB688D-C4A2-9356-8994-BB4E888D7D00}"/>
          </ac:spMkLst>
        </pc:spChg>
        <pc:spChg chg="mod">
          <ac:chgData name="Lakshmi V" userId="f055f243ffb41b73" providerId="LiveId" clId="{2C3D7F03-8558-4387-990D-E818F15C2887}" dt="2026-01-20T11:33:35.301" v="110" actId="2711"/>
          <ac:spMkLst>
            <pc:docMk/>
            <pc:sldMk cId="1593877741" sldId="258"/>
            <ac:spMk id="3" creationId="{F2B0109C-586D-9A50-D307-B4B7D8E71D23}"/>
          </ac:spMkLst>
        </pc:spChg>
      </pc:sldChg>
      <pc:sldChg chg="addSp delSp modSp new mod">
        <pc:chgData name="Lakshmi V" userId="f055f243ffb41b73" providerId="LiveId" clId="{2C3D7F03-8558-4387-990D-E818F15C2887}" dt="2026-01-20T11:33:44.238" v="111" actId="2711"/>
        <pc:sldMkLst>
          <pc:docMk/>
          <pc:sldMk cId="2924289807" sldId="259"/>
        </pc:sldMkLst>
        <pc:spChg chg="mod">
          <ac:chgData name="Lakshmi V" userId="f055f243ffb41b73" providerId="LiveId" clId="{2C3D7F03-8558-4387-990D-E818F15C2887}" dt="2026-01-20T11:33:44.238" v="111" actId="2711"/>
          <ac:spMkLst>
            <pc:docMk/>
            <pc:sldMk cId="2924289807" sldId="259"/>
            <ac:spMk id="2" creationId="{FD9E7EF6-6909-F97E-2548-491D55551C01}"/>
          </ac:spMkLst>
        </pc:spChg>
        <pc:spChg chg="del">
          <ac:chgData name="Lakshmi V" userId="f055f243ffb41b73" providerId="LiveId" clId="{2C3D7F03-8558-4387-990D-E818F15C2887}" dt="2026-01-20T11:25:41.068" v="78"/>
          <ac:spMkLst>
            <pc:docMk/>
            <pc:sldMk cId="2924289807" sldId="259"/>
            <ac:spMk id="3" creationId="{81DEF4D2-0973-E39F-1DE0-99B526BAA7B6}"/>
          </ac:spMkLst>
        </pc:spChg>
        <pc:spChg chg="add del mod">
          <ac:chgData name="Lakshmi V" userId="f055f243ffb41b73" providerId="LiveId" clId="{2C3D7F03-8558-4387-990D-E818F15C2887}" dt="2026-01-20T11:26:17.395" v="80" actId="21"/>
          <ac:spMkLst>
            <pc:docMk/>
            <pc:sldMk cId="2924289807" sldId="259"/>
            <ac:spMk id="5" creationId="{3E47102B-9585-458B-9598-B6500CF4FB75}"/>
          </ac:spMkLst>
        </pc:spChg>
        <pc:graphicFrameChg chg="add mod modGraphic">
          <ac:chgData name="Lakshmi V" userId="f055f243ffb41b73" providerId="LiveId" clId="{2C3D7F03-8558-4387-990D-E818F15C2887}" dt="2026-01-20T11:26:28.370" v="82" actId="14100"/>
          <ac:graphicFrameMkLst>
            <pc:docMk/>
            <pc:sldMk cId="2924289807" sldId="259"/>
            <ac:graphicFrameMk id="4" creationId="{C1D94DE7-DA89-9867-5811-5C327352C260}"/>
          </ac:graphicFrameMkLst>
        </pc:graphicFrameChg>
      </pc:sldChg>
      <pc:sldChg chg="modSp new mod">
        <pc:chgData name="Lakshmi V" userId="f055f243ffb41b73" providerId="LiveId" clId="{2C3D7F03-8558-4387-990D-E818F15C2887}" dt="2026-01-20T16:13:43.420" v="1624" actId="2711"/>
        <pc:sldMkLst>
          <pc:docMk/>
          <pc:sldMk cId="2407591899" sldId="260"/>
        </pc:sldMkLst>
        <pc:spChg chg="mod">
          <ac:chgData name="Lakshmi V" userId="f055f243ffb41b73" providerId="LiveId" clId="{2C3D7F03-8558-4387-990D-E818F15C2887}" dt="2026-01-20T11:33:58.373" v="112" actId="2711"/>
          <ac:spMkLst>
            <pc:docMk/>
            <pc:sldMk cId="2407591899" sldId="260"/>
            <ac:spMk id="2" creationId="{75DF5B9D-E122-81E5-63DB-2CE0C4536624}"/>
          </ac:spMkLst>
        </pc:spChg>
        <pc:spChg chg="mod">
          <ac:chgData name="Lakshmi V" userId="f055f243ffb41b73" providerId="LiveId" clId="{2C3D7F03-8558-4387-990D-E818F15C2887}" dt="2026-01-20T16:13:43.420" v="1624" actId="2711"/>
          <ac:spMkLst>
            <pc:docMk/>
            <pc:sldMk cId="2407591899" sldId="260"/>
            <ac:spMk id="3" creationId="{15B72B73-BD29-8E34-B8A6-352F84DF9947}"/>
          </ac:spMkLst>
        </pc:spChg>
      </pc:sldChg>
      <pc:sldChg chg="addSp delSp modSp new mod">
        <pc:chgData name="Lakshmi V" userId="f055f243ffb41b73" providerId="LiveId" clId="{2C3D7F03-8558-4387-990D-E818F15C2887}" dt="2026-01-20T16:13:59.420" v="1627" actId="27636"/>
        <pc:sldMkLst>
          <pc:docMk/>
          <pc:sldMk cId="1579096862" sldId="261"/>
        </pc:sldMkLst>
        <pc:spChg chg="mod">
          <ac:chgData name="Lakshmi V" userId="f055f243ffb41b73" providerId="LiveId" clId="{2C3D7F03-8558-4387-990D-E818F15C2887}" dt="2026-01-20T11:34:14.745" v="115" actId="2711"/>
          <ac:spMkLst>
            <pc:docMk/>
            <pc:sldMk cId="1579096862" sldId="261"/>
            <ac:spMk id="2" creationId="{ACC41EBB-26B7-A5F8-3F4C-795F18787D9E}"/>
          </ac:spMkLst>
        </pc:spChg>
        <pc:spChg chg="mod">
          <ac:chgData name="Lakshmi V" userId="f055f243ffb41b73" providerId="LiveId" clId="{2C3D7F03-8558-4387-990D-E818F15C2887}" dt="2026-01-20T16:13:59.420" v="1627" actId="27636"/>
          <ac:spMkLst>
            <pc:docMk/>
            <pc:sldMk cId="1579096862" sldId="261"/>
            <ac:spMk id="3" creationId="{2A118588-3D99-1F25-1934-5C7BCECB6D36}"/>
          </ac:spMkLst>
        </pc:spChg>
        <pc:spChg chg="add del">
          <ac:chgData name="Lakshmi V" userId="f055f243ffb41b73" providerId="LiveId" clId="{2C3D7F03-8558-4387-990D-E818F15C2887}" dt="2026-01-20T11:27:27.516" v="87" actId="22"/>
          <ac:spMkLst>
            <pc:docMk/>
            <pc:sldMk cId="1579096862" sldId="261"/>
            <ac:spMk id="5" creationId="{2C144B6D-BAC2-B5A6-5272-009F597E173F}"/>
          </ac:spMkLst>
        </pc:spChg>
      </pc:sldChg>
      <pc:sldChg chg="addSp delSp modSp new del mod">
        <pc:chgData name="Lakshmi V" userId="f055f243ffb41b73" providerId="LiveId" clId="{2C3D7F03-8558-4387-990D-E818F15C2887}" dt="2026-01-20T16:14:32.621" v="1628" actId="2696"/>
        <pc:sldMkLst>
          <pc:docMk/>
          <pc:sldMk cId="2606320982" sldId="262"/>
        </pc:sldMkLst>
        <pc:spChg chg="mod">
          <ac:chgData name="Lakshmi V" userId="f055f243ffb41b73" providerId="LiveId" clId="{2C3D7F03-8558-4387-990D-E818F15C2887}" dt="2026-01-20T11:34:30.863" v="117" actId="2711"/>
          <ac:spMkLst>
            <pc:docMk/>
            <pc:sldMk cId="2606320982" sldId="262"/>
            <ac:spMk id="2" creationId="{5E0A36F8-C86C-4485-674D-72BDF087F083}"/>
          </ac:spMkLst>
        </pc:spChg>
        <pc:spChg chg="mod">
          <ac:chgData name="Lakshmi V" userId="f055f243ffb41b73" providerId="LiveId" clId="{2C3D7F03-8558-4387-990D-E818F15C2887}" dt="2026-01-20T13:26:25.170" v="484" actId="20577"/>
          <ac:spMkLst>
            <pc:docMk/>
            <pc:sldMk cId="2606320982" sldId="262"/>
            <ac:spMk id="3" creationId="{410C5BFE-1A71-A8E9-CA92-D578005DAB58}"/>
          </ac:spMkLst>
        </pc:spChg>
        <pc:spChg chg="add">
          <ac:chgData name="Lakshmi V" userId="f055f243ffb41b73" providerId="LiveId" clId="{2C3D7F03-8558-4387-990D-E818F15C2887}" dt="2026-01-20T13:17:49.875" v="299"/>
          <ac:spMkLst>
            <pc:docMk/>
            <pc:sldMk cId="2606320982" sldId="262"/>
            <ac:spMk id="4" creationId="{819D1CFE-C4A6-5337-B5CB-CECBC77C0A78}"/>
          </ac:spMkLst>
        </pc:spChg>
        <pc:spChg chg="add">
          <ac:chgData name="Lakshmi V" userId="f055f243ffb41b73" providerId="LiveId" clId="{2C3D7F03-8558-4387-990D-E818F15C2887}" dt="2026-01-20T13:18:05.642" v="304"/>
          <ac:spMkLst>
            <pc:docMk/>
            <pc:sldMk cId="2606320982" sldId="262"/>
            <ac:spMk id="5" creationId="{73756B29-E12D-920B-120A-7F299593D694}"/>
          </ac:spMkLst>
        </pc:spChg>
        <pc:spChg chg="add del mod">
          <ac:chgData name="Lakshmi V" userId="f055f243ffb41b73" providerId="LiveId" clId="{2C3D7F03-8558-4387-990D-E818F15C2887}" dt="2026-01-20T13:22:26.805" v="350"/>
          <ac:spMkLst>
            <pc:docMk/>
            <pc:sldMk cId="2606320982" sldId="262"/>
            <ac:spMk id="6" creationId="{98964A9D-8B5E-EC8A-8D6A-BF500FE6F345}"/>
          </ac:spMkLst>
        </pc:spChg>
        <pc:spChg chg="add del mod">
          <ac:chgData name="Lakshmi V" userId="f055f243ffb41b73" providerId="LiveId" clId="{2C3D7F03-8558-4387-990D-E818F15C2887}" dt="2026-01-20T13:22:09.761" v="347" actId="21"/>
          <ac:spMkLst>
            <pc:docMk/>
            <pc:sldMk cId="2606320982" sldId="262"/>
            <ac:spMk id="7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05.832" v="346" actId="21"/>
          <ac:spMkLst>
            <pc:docMk/>
            <pc:sldMk cId="2606320982" sldId="262"/>
            <ac:spMk id="8" creationId="{F2ED54FB-4299-4B3A-3169-217EC5041400}"/>
          </ac:spMkLst>
        </pc:spChg>
        <pc:spChg chg="add del mod">
          <ac:chgData name="Lakshmi V" userId="f055f243ffb41b73" providerId="LiveId" clId="{2C3D7F03-8558-4387-990D-E818F15C2887}" dt="2026-01-20T13:21:58.345" v="345" actId="21"/>
          <ac:spMkLst>
            <pc:docMk/>
            <pc:sldMk cId="2606320982" sldId="262"/>
            <ac:spMk id="9" creationId="{6C0CF78B-A5C1-81FA-909C-BEADF6553A75}"/>
          </ac:spMkLst>
        </pc:spChg>
        <pc:spChg chg="add del mod">
          <ac:chgData name="Lakshmi V" userId="f055f243ffb41b73" providerId="LiveId" clId="{2C3D7F03-8558-4387-990D-E818F15C2887}" dt="2026-01-20T13:22:41.918" v="354" actId="21"/>
          <ac:spMkLst>
            <pc:docMk/>
            <pc:sldMk cId="2606320982" sldId="262"/>
            <ac:spMk id="10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50.872" v="358" actId="21"/>
          <ac:spMkLst>
            <pc:docMk/>
            <pc:sldMk cId="2606320982" sldId="262"/>
            <ac:spMk id="11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56.951" v="360" actId="21"/>
          <ac:spMkLst>
            <pc:docMk/>
            <pc:sldMk cId="2606320982" sldId="262"/>
            <ac:spMk id="12" creationId="{5E2E7A53-4580-BADF-38CB-5A6309752FDE}"/>
          </ac:spMkLst>
        </pc:spChg>
        <pc:spChg chg="add mod">
          <ac:chgData name="Lakshmi V" userId="f055f243ffb41b73" providerId="LiveId" clId="{2C3D7F03-8558-4387-990D-E818F15C2887}" dt="2026-01-20T13:23:07.501" v="370"/>
          <ac:spMkLst>
            <pc:docMk/>
            <pc:sldMk cId="2606320982" sldId="262"/>
            <ac:spMk id="13" creationId="{5E2E7A53-4580-BADF-38CB-5A6309752FDE}"/>
          </ac:spMkLst>
        </pc:spChg>
        <pc:spChg chg="add">
          <ac:chgData name="Lakshmi V" userId="f055f243ffb41b73" providerId="LiveId" clId="{2C3D7F03-8558-4387-990D-E818F15C2887}" dt="2026-01-20T13:23:34.484" v="374"/>
          <ac:spMkLst>
            <pc:docMk/>
            <pc:sldMk cId="2606320982" sldId="262"/>
            <ac:spMk id="14" creationId="{2B0D8ADE-6F8D-C5E4-18BA-F3DA663221E0}"/>
          </ac:spMkLst>
        </pc:spChg>
        <pc:spChg chg="add">
          <ac:chgData name="Lakshmi V" userId="f055f243ffb41b73" providerId="LiveId" clId="{2C3D7F03-8558-4387-990D-E818F15C2887}" dt="2026-01-20T13:24:25.486" v="377"/>
          <ac:spMkLst>
            <pc:docMk/>
            <pc:sldMk cId="2606320982" sldId="262"/>
            <ac:spMk id="15" creationId="{78B5F17E-A9E3-DD55-9AE8-7D7B862473A5}"/>
          </ac:spMkLst>
        </pc:spChg>
        <pc:spChg chg="add">
          <ac:chgData name="Lakshmi V" userId="f055f243ffb41b73" providerId="LiveId" clId="{2C3D7F03-8558-4387-990D-E818F15C2887}" dt="2026-01-20T13:26:09.008" v="463"/>
          <ac:spMkLst>
            <pc:docMk/>
            <pc:sldMk cId="2606320982" sldId="262"/>
            <ac:spMk id="16" creationId="{EA6133BA-7153-6C71-7A61-A49E5CE33C36}"/>
          </ac:spMkLst>
        </pc:spChg>
      </pc:sldChg>
      <pc:sldChg chg="modSp new mod">
        <pc:chgData name="Lakshmi V" userId="f055f243ffb41b73" providerId="LiveId" clId="{2C3D7F03-8558-4387-990D-E818F15C2887}" dt="2026-01-20T16:15:04.070" v="1634" actId="27636"/>
        <pc:sldMkLst>
          <pc:docMk/>
          <pc:sldMk cId="3781449059" sldId="263"/>
        </pc:sldMkLst>
        <pc:spChg chg="mod">
          <ac:chgData name="Lakshmi V" userId="f055f243ffb41b73" providerId="LiveId" clId="{2C3D7F03-8558-4387-990D-E818F15C2887}" dt="2026-01-20T16:14:53.812" v="1632" actId="255"/>
          <ac:spMkLst>
            <pc:docMk/>
            <pc:sldMk cId="3781449059" sldId="263"/>
            <ac:spMk id="2" creationId="{BB6BC6BB-E983-9308-36D1-6353D71F0BB4}"/>
          </ac:spMkLst>
        </pc:spChg>
        <pc:spChg chg="mod">
          <ac:chgData name="Lakshmi V" userId="f055f243ffb41b73" providerId="LiveId" clId="{2C3D7F03-8558-4387-990D-E818F15C2887}" dt="2026-01-20T16:15:04.070" v="1634" actId="27636"/>
          <ac:spMkLst>
            <pc:docMk/>
            <pc:sldMk cId="3781449059" sldId="263"/>
            <ac:spMk id="3" creationId="{D76EA77E-4BC7-3EB5-1B5F-A2374FC01C8B}"/>
          </ac:spMkLst>
        </pc:spChg>
      </pc:sldChg>
      <pc:sldChg chg="addSp delSp modSp new mod">
        <pc:chgData name="Lakshmi V" userId="f055f243ffb41b73" providerId="LiveId" clId="{2C3D7F03-8558-4387-990D-E818F15C2887}" dt="2026-01-20T11:35:08.728" v="124" actId="14100"/>
        <pc:sldMkLst>
          <pc:docMk/>
          <pc:sldMk cId="933588719" sldId="264"/>
        </pc:sldMkLst>
        <pc:spChg chg="mod">
          <ac:chgData name="Lakshmi V" userId="f055f243ffb41b73" providerId="LiveId" clId="{2C3D7F03-8558-4387-990D-E818F15C2887}" dt="2026-01-20T11:34:55.016" v="121" actId="2711"/>
          <ac:spMkLst>
            <pc:docMk/>
            <pc:sldMk cId="933588719" sldId="264"/>
            <ac:spMk id="2" creationId="{6A1C16F7-0744-E98C-15FC-F1E2D2145909}"/>
          </ac:spMkLst>
        </pc:spChg>
        <pc:spChg chg="del">
          <ac:chgData name="Lakshmi V" userId="f055f243ffb41b73" providerId="LiveId" clId="{2C3D7F03-8558-4387-990D-E818F15C2887}" dt="2026-01-20T11:30:55.628" v="98"/>
          <ac:spMkLst>
            <pc:docMk/>
            <pc:sldMk cId="933588719" sldId="264"/>
            <ac:spMk id="3" creationId="{28966095-F067-A7CD-A082-1E87DCCD6497}"/>
          </ac:spMkLst>
        </pc:spChg>
        <pc:spChg chg="add mod">
          <ac:chgData name="Lakshmi V" userId="f055f243ffb41b73" providerId="LiveId" clId="{2C3D7F03-8558-4387-990D-E818F15C2887}" dt="2026-01-20T11:35:08.728" v="124" actId="14100"/>
          <ac:spMkLst>
            <pc:docMk/>
            <pc:sldMk cId="933588719" sldId="264"/>
            <ac:spMk id="4" creationId="{5D7831A6-1033-CD04-12D2-E1AE59C81411}"/>
          </ac:spMkLst>
        </pc:spChg>
      </pc:sldChg>
      <pc:sldChg chg="modSp new mod">
        <pc:chgData name="Lakshmi V" userId="f055f243ffb41b73" providerId="LiveId" clId="{2C3D7F03-8558-4387-990D-E818F15C2887}" dt="2026-01-20T11:35:22.247" v="126" actId="2711"/>
        <pc:sldMkLst>
          <pc:docMk/>
          <pc:sldMk cId="3223666177" sldId="265"/>
        </pc:sldMkLst>
        <pc:spChg chg="mod">
          <ac:chgData name="Lakshmi V" userId="f055f243ffb41b73" providerId="LiveId" clId="{2C3D7F03-8558-4387-990D-E818F15C2887}" dt="2026-01-20T11:35:16.673" v="125" actId="2711"/>
          <ac:spMkLst>
            <pc:docMk/>
            <pc:sldMk cId="3223666177" sldId="265"/>
            <ac:spMk id="2" creationId="{3A8C8522-79DE-2F8D-9F72-BEDA19B79EAB}"/>
          </ac:spMkLst>
        </pc:spChg>
        <pc:spChg chg="mod">
          <ac:chgData name="Lakshmi V" userId="f055f243ffb41b73" providerId="LiveId" clId="{2C3D7F03-8558-4387-990D-E818F15C2887}" dt="2026-01-20T11:35:22.247" v="126" actId="2711"/>
          <ac:spMkLst>
            <pc:docMk/>
            <pc:sldMk cId="3223666177" sldId="265"/>
            <ac:spMk id="3" creationId="{CB105B17-169B-7E76-3BAF-944301CFC9D5}"/>
          </ac:spMkLst>
        </pc:spChg>
      </pc:sldChg>
      <pc:sldChg chg="addSp modSp new del mod">
        <pc:chgData name="Lakshmi V" userId="f055f243ffb41b73" providerId="LiveId" clId="{2C3D7F03-8558-4387-990D-E818F15C2887}" dt="2026-01-20T13:20:00.982" v="312" actId="2696"/>
        <pc:sldMkLst>
          <pc:docMk/>
          <pc:sldMk cId="251202181" sldId="266"/>
        </pc:sldMkLst>
        <pc:spChg chg="add mod">
          <ac:chgData name="Lakshmi V" userId="f055f243ffb41b73" providerId="LiveId" clId="{2C3D7F03-8558-4387-990D-E818F15C2887}" dt="2026-01-20T13:15:28.649" v="298" actId="1076"/>
          <ac:spMkLst>
            <pc:docMk/>
            <pc:sldMk cId="251202181" sldId="266"/>
            <ac:spMk id="3" creationId="{7E748AD0-F6FE-14BD-22BD-F3A8814090F4}"/>
          </ac:spMkLst>
        </pc:spChg>
      </pc:sldChg>
      <pc:sldChg chg="new del">
        <pc:chgData name="Lakshmi V" userId="f055f243ffb41b73" providerId="LiveId" clId="{2C3D7F03-8558-4387-990D-E818F15C2887}" dt="2026-01-20T11:32:49.134" v="106" actId="2696"/>
        <pc:sldMkLst>
          <pc:docMk/>
          <pc:sldMk cId="877168946" sldId="266"/>
        </pc:sldMkLst>
      </pc:sldChg>
      <pc:sldChg chg="addSp delSp modSp new mod">
        <pc:chgData name="Lakshmi V" userId="f055f243ffb41b73" providerId="LiveId" clId="{2C3D7F03-8558-4387-990D-E818F15C2887}" dt="2026-01-20T13:36:33.520" v="1501" actId="20577"/>
        <pc:sldMkLst>
          <pc:docMk/>
          <pc:sldMk cId="1025862982" sldId="266"/>
        </pc:sldMkLst>
        <pc:spChg chg="mod">
          <ac:chgData name="Lakshmi V" userId="f055f243ffb41b73" providerId="LiveId" clId="{2C3D7F03-8558-4387-990D-E818F15C2887}" dt="2026-01-20T13:28:45.315" v="514" actId="27636"/>
          <ac:spMkLst>
            <pc:docMk/>
            <pc:sldMk cId="1025862982" sldId="266"/>
            <ac:spMk id="2" creationId="{D138F690-1168-CAE7-E262-8D0AAE0BABC2}"/>
          </ac:spMkLst>
        </pc:spChg>
        <pc:spChg chg="del">
          <ac:chgData name="Lakshmi V" userId="f055f243ffb41b73" providerId="LiveId" clId="{2C3D7F03-8558-4387-990D-E818F15C2887}" dt="2026-01-20T13:26:44.030" v="486"/>
          <ac:spMkLst>
            <pc:docMk/>
            <pc:sldMk cId="1025862982" sldId="266"/>
            <ac:spMk id="3" creationId="{43951FD2-40B1-36CF-4D2E-CBA4D4A1796D}"/>
          </ac:spMkLst>
        </pc:spChg>
        <pc:spChg chg="add mod">
          <ac:chgData name="Lakshmi V" userId="f055f243ffb41b73" providerId="LiveId" clId="{2C3D7F03-8558-4387-990D-E818F15C2887}" dt="2026-01-20T13:36:33.520" v="1501" actId="20577"/>
          <ac:spMkLst>
            <pc:docMk/>
            <pc:sldMk cId="1025862982" sldId="266"/>
            <ac:spMk id="4" creationId="{CEA94442-0820-482D-2AF2-99A902692F68}"/>
          </ac:spMkLst>
        </pc:spChg>
      </pc:sldChg>
      <pc:sldChg chg="addSp new del">
        <pc:chgData name="Lakshmi V" userId="f055f243ffb41b73" providerId="LiveId" clId="{2C3D7F03-8558-4387-990D-E818F15C2887}" dt="2026-01-20T13:18:48.047" v="307" actId="680"/>
        <pc:sldMkLst>
          <pc:docMk/>
          <pc:sldMk cId="3035397745" sldId="267"/>
        </pc:sldMkLst>
        <pc:spChg chg="add">
          <ac:chgData name="Lakshmi V" userId="f055f243ffb41b73" providerId="LiveId" clId="{2C3D7F03-8558-4387-990D-E818F15C2887}" dt="2026-01-20T13:18:25.355" v="306"/>
          <ac:spMkLst>
            <pc:docMk/>
            <pc:sldMk cId="3035397745" sldId="267"/>
            <ac:spMk id="2" creationId="{9EB09DB5-E826-FA35-594A-DA46D7621C8D}"/>
          </ac:spMkLst>
        </pc:spChg>
      </pc:sldChg>
      <pc:sldChg chg="addSp delSp modSp new del mod">
        <pc:chgData name="Lakshmi V" userId="f055f243ffb41b73" providerId="LiveId" clId="{2C3D7F03-8558-4387-990D-E818F15C2887}" dt="2026-01-20T13:19:56.687" v="311" actId="2696"/>
        <pc:sldMkLst>
          <pc:docMk/>
          <pc:sldMk cId="3627258912" sldId="267"/>
        </pc:sldMkLst>
        <pc:spChg chg="del">
          <ac:chgData name="Lakshmi V" userId="f055f243ffb41b73" providerId="LiveId" clId="{2C3D7F03-8558-4387-990D-E818F15C2887}" dt="2026-01-20T13:19:01.863" v="309"/>
          <ac:spMkLst>
            <pc:docMk/>
            <pc:sldMk cId="3627258912" sldId="267"/>
            <ac:spMk id="3" creationId="{E9968C50-0901-D725-110D-374F14A0BE64}"/>
          </ac:spMkLst>
        </pc:spChg>
        <pc:spChg chg="add mod">
          <ac:chgData name="Lakshmi V" userId="f055f243ffb41b73" providerId="LiveId" clId="{2C3D7F03-8558-4387-990D-E818F15C2887}" dt="2026-01-20T13:19:05.733" v="310" actId="20577"/>
          <ac:spMkLst>
            <pc:docMk/>
            <pc:sldMk cId="3627258912" sldId="267"/>
            <ac:spMk id="4" creationId="{BFE849F8-9217-B96E-3D73-43109FDBD9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C7C21-BB22-AE07-3736-DE0333670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50D32-C331-D828-3B27-A35263ACBA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4344D-DD03-DE68-FD8E-2E75D78E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FE33D-12CD-6FFD-8299-2D79CBCB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2E99F-CF46-5933-C71B-EDA382F3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8594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919C4-FF79-3FF5-DEFF-F66A8F63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139B-6095-E7EF-6A97-B1D28CD9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6AE15-F285-1FEF-3F56-1EF4888FD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B2193-DA39-B643-DE98-C69B9C554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19EF3-38F7-5890-71C3-8E3EF1B6B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15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AF414-41C3-FA3F-82A5-AE9543A7F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25B7-B0D9-211F-5A45-B7B506141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6D9B3-A466-2460-F454-A669389D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13854-9D75-03AE-CC03-C13C77D01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244B4-2720-FF8A-87F8-C48FCB658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4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880-18B8-21B5-4BCC-BC8D470DC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C16CA-1880-A1B7-8618-C483643FF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1FEAB-5C8E-5F41-42DF-911C2BE6D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D0C4C-8E1A-CDAF-75D9-39D93E7BB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8E8C1-67B2-988D-0E2F-42D7A6C52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E6FC1-D34A-944F-46EC-9101200A1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99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A46E4-8FCA-DCE0-CF2C-142000EEF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CC5BC-61CC-F13B-1C36-B156BDC03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D1751-DA22-304C-307F-C01AB4E88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3A79B6-2EB8-8913-C36A-0753A0B83C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77920-12FC-45EE-D4A6-0E228F3313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9E278D-3636-054E-46A3-F657DB4DB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7B253D-B661-25FB-332A-588657717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556082-09A3-2BB2-B9E9-30A73B14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80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66832-0DE4-B3B3-3D8A-0B5E97A5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152D0D-EAE9-FEAB-49DB-634E98CC9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AEDD2-17DF-9E25-AD25-D527479BD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85467B-1E2B-479A-45AE-FD1AE579E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A13E9-57E5-7EEA-718F-FE3B5E0A9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3EBA6-DD1D-6A39-E1D6-3AE90E2F2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75971-E0E7-73DF-FC39-CACF91260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5390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B722-3210-B211-2E05-40542CE97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E2A47-827D-53F5-DFF6-5B9620F8C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334A1-CFFC-C128-516A-FFE7358AC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EFAA1-403C-EA20-ED84-7B94A616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A80AF-FBAE-215C-33D6-1317ECF8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78B17D-0F16-8FEA-FFF5-05AE5DF6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4239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669C1-2677-2F6E-F885-216442F52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B3BE85-0B7C-2574-FEBA-D328BFDA5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4F44FB-21CD-D2A5-39C0-FDC4C6FE0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1E30FD-BD6F-E7B0-F46C-9F3F6B709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E3817-E405-A6F3-D49B-F08A5AE0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24B03-1B9B-1808-F1E2-A7196CCF6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067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D0349-3E98-F124-74DF-7FBD23E0E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D69CEA-C333-36EB-1DCC-35BA69BAAE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D6CC-4B28-DBB0-0F13-A64FDEBB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3B16F-4489-443A-D1B6-599953185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65892-44E9-7ED4-2473-7C6B3B38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95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6D3CD4-8833-DF23-C850-67E3D78C85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319653-E3AB-A0D7-E399-DABDCE230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A0AD5-0233-0161-EFDD-C698E8201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D8EE-A721-D601-F9FC-80B7EBC92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6E89A-6E37-8D2D-3FE3-3C2390E87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3228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214A66-4CC5-4EEF-B333-4DA61B2A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21DB3-EF72-F1A7-D8D9-3841E368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BEAFB-B8AE-6A72-4056-324F739D2E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8F9AE-4861-15BE-5378-8ED000CFE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F34AA-B94A-5F34-F1E8-BD82E59AC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6973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5117D-DD89-FEE8-6DB4-FDB2C191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User Behavior Segmentation Using Unsupervised Machine Learning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A3D1C-1ECC-BA6D-A5FE-52D6C2668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9913"/>
            <a:ext cx="10515600" cy="3597049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Subtitle: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Actionable Insights from Unsupervised Learning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V.Lakshmi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782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688D-C4A2-9356-8994-BB4E888D7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0109C-586D-9A50-D307-B4B7D8E7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user behavior patterns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 users for targeted marketing, retention, and personalization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actionable business insights from clustering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3877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E7EF6-6909-F97E-2548-491D5555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Cluster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D94DE7-DA89-9867-5811-5C327352C2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6972604"/>
              </p:ext>
            </p:extLst>
          </p:nvPr>
        </p:nvGraphicFramePr>
        <p:xfrm>
          <a:off x="838200" y="2432958"/>
          <a:ext cx="10515600" cy="3282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46360664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558343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49596181"/>
                    </a:ext>
                  </a:extLst>
                </a:gridCol>
              </a:tblGrid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Cluster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Engagement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445999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Frequent, highly engaged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126492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Consistent, average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2469710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Inactive / at-risk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27888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Occasional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Irregular, sporadic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440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4289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F5B9D-E122-81E5-63DB-2CE0C453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High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</a:t>
            </a:r>
            <a:r>
              <a:rPr lang="en-US" dirty="0"/>
              <a:t> Users (Cluster 0)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72B73-BD29-8E34-B8A6-352F84DF9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3600" b="1" dirty="0"/>
              <a:t>Behavior:</a:t>
            </a:r>
            <a:endParaRPr lang="en-US" sz="36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sessions_per_week</a:t>
            </a:r>
            <a:r>
              <a:rPr lang="en-US" altLang="en-US" dirty="0">
                <a:latin typeface="Arial" panose="020B0604020202020204" pitchFamily="34" charset="0"/>
              </a:rPr>
              <a:t> – Number of times the user opens the app per week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dirty="0">
                <a:latin typeface="Arial" panose="020B0604020202020204" pitchFamily="34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avg_session_duration_min</a:t>
            </a:r>
            <a:r>
              <a:rPr lang="en-US" altLang="en-US" dirty="0">
                <a:latin typeface="Arial" panose="020B0604020202020204" pitchFamily="34" charset="0"/>
              </a:rPr>
              <a:t> – 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</a:t>
            </a:r>
            <a:r>
              <a:rPr lang="en-US" altLang="en-US" dirty="0">
                <a:latin typeface="Arial" panose="020B0604020202020204" pitchFamily="34" charset="0"/>
              </a:rPr>
              <a:t> duration of one session (in minutes)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daily_active_minutes</a:t>
            </a:r>
            <a:r>
              <a:rPr lang="en-US" altLang="en-US" dirty="0">
                <a:latin typeface="Arial" panose="020B0604020202020204" pitchFamily="34" charset="0"/>
              </a:rPr>
              <a:t> – Total active time spent per day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feature_clicks_per_session</a:t>
            </a:r>
            <a:r>
              <a:rPr lang="en-US" altLang="en-US" dirty="0">
                <a:latin typeface="Arial" panose="020B0604020202020204" pitchFamily="34" charset="0"/>
              </a:rPr>
              <a:t> – Number of feature clicks in one session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notifications_opened_per_week</a:t>
            </a:r>
            <a:r>
              <a:rPr lang="en-US" altLang="en-US" dirty="0">
                <a:latin typeface="Arial" panose="020B0604020202020204" pitchFamily="34" charset="0"/>
              </a:rPr>
              <a:t> – Notifications opened per week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in_app_search_count</a:t>
            </a:r>
            <a:r>
              <a:rPr lang="en-US" altLang="en-US" dirty="0">
                <a:latin typeface="Arial" panose="020B0604020202020204" pitchFamily="34" charset="0"/>
              </a:rPr>
              <a:t> – Number of searches made inside the app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pages_viewed_per_session</a:t>
            </a:r>
            <a:r>
              <a:rPr lang="en-US" altLang="en-US" dirty="0">
                <a:latin typeface="Arial" panose="020B0604020202020204" pitchFamily="34" charset="0"/>
              </a:rPr>
              <a:t> – Pages/screens viewed per session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crash_events_last_30_days</a:t>
            </a:r>
            <a:r>
              <a:rPr lang="en-US" altLang="en-US" dirty="0">
                <a:latin typeface="Arial" panose="020B0604020202020204" pitchFamily="34" charset="0"/>
              </a:rPr>
              <a:t> – App crashes experienced in last 30 days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support_tickets_raised</a:t>
            </a:r>
            <a:r>
              <a:rPr lang="en-US" altLang="en-US" dirty="0">
                <a:latin typeface="Arial" panose="020B0604020202020204" pitchFamily="34" charset="0"/>
              </a:rPr>
              <a:t> – Number of support requests raised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r>
              <a:rPr lang="en-US" altLang="en-US" dirty="0">
                <a:latin typeface="Arial" panose="020B0604020202020204" pitchFamily="34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days_since_last_login</a:t>
            </a:r>
            <a:r>
              <a:rPr lang="en-US" altLang="en-US" dirty="0">
                <a:latin typeface="Arial" panose="020B0604020202020204" pitchFamily="34" charset="0"/>
              </a:rPr>
              <a:t> – Days passed since last login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 inactive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ads_clicked_last_30_days</a:t>
            </a:r>
            <a:r>
              <a:rPr lang="en-US" altLang="en-US" dirty="0">
                <a:latin typeface="Arial" panose="020B0604020202020204" pitchFamily="34" charset="0"/>
              </a:rPr>
              <a:t> – Ads clicked in last 30 days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content_downloads</a:t>
            </a:r>
            <a:r>
              <a:rPr lang="en-US" altLang="en-US" dirty="0">
                <a:latin typeface="Arial" panose="020B0604020202020204" pitchFamily="34" charset="0"/>
              </a:rPr>
              <a:t> – Number of contents downloaded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lang="en-US" altLang="en-US" dirty="0">
                <a:latin typeface="Arial" panose="020B0604020202020204" pitchFamily="34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social_shares</a:t>
            </a:r>
            <a:r>
              <a:rPr lang="en-US" altLang="en-US" dirty="0">
                <a:latin typeface="Arial" panose="020B0604020202020204" pitchFamily="34" charset="0"/>
              </a:rPr>
              <a:t> – Number of times content was shared  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r>
              <a:rPr lang="en-US" altLang="en-US" dirty="0">
                <a:latin typeface="Arial" panose="020B0604020202020204" pitchFamily="34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rating_given</a:t>
            </a:r>
            <a:r>
              <a:rPr lang="en-US" altLang="en-US" dirty="0">
                <a:latin typeface="Arial" panose="020B0604020202020204" pitchFamily="34" charset="0"/>
              </a:rPr>
              <a:t> – Rating given by the user                        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 no problem</a:t>
            </a:r>
            <a:r>
              <a:rPr lang="en-US" altLang="en-US" dirty="0">
                <a:latin typeface="Arial" panose="020B0604020202020204" pitchFamily="34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churn_risk_score</a:t>
            </a:r>
            <a:r>
              <a:rPr lang="en-US" altLang="en-US" dirty="0">
                <a:latin typeface="Arial" panose="020B0604020202020204" pitchFamily="34" charset="0"/>
              </a:rPr>
              <a:t> – Probability of user leaving the app (higher = more risk)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 no problem</a:t>
            </a:r>
            <a:r>
              <a:rPr lang="en-US" altLang="en-US" dirty="0">
                <a:latin typeface="Arial" panose="020B0604020202020204" pitchFamily="34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engagement_score</a:t>
            </a:r>
            <a:r>
              <a:rPr lang="en-US" altLang="en-US" dirty="0">
                <a:latin typeface="Arial" panose="020B0604020202020204" pitchFamily="34" charset="0"/>
              </a:rPr>
              <a:t> – Overall engagement level of the user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account_age_days</a:t>
            </a:r>
            <a:r>
              <a:rPr lang="en-US" altLang="en-US" dirty="0">
                <a:latin typeface="Arial" panose="020B0604020202020204" pitchFamily="34" charset="0"/>
              </a:rPr>
              <a:t> – Number of days since account creation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lang="en-US" altLang="en-US" dirty="0">
                <a:latin typeface="Arial" panose="020B0604020202020204" pitchFamily="34" charset="0"/>
              </a:rPr>
              <a:t>    </a:t>
            </a:r>
          </a:p>
          <a:p>
            <a:endParaRPr lang="en-IN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Loyalty &amp; premium offers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access to new features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retention to keep them active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759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41EBB-26B7-A5F8-3F4C-795F18787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</a:t>
            </a:r>
            <a:r>
              <a:rPr lang="en-IN" dirty="0"/>
              <a:t> Engagement Users (Cluster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18588-3D99-1F25-1934-5C7BCECB6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Behavior: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sessions_per_week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the user opens the app per week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avg_session_duration_min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duration of one session (in minutes)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daily_active_minutes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Total active time spent per day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feature_clicks_per_session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feature clicks in one session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notifications_opened_per_week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Notifications opened per week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in_app_search_count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searches made inside the app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pages_viewed_per_session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Pages/screens viewed per session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crash_events_last_30_days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App crashes experienced in last 30 days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support_tickets_raised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support requests raised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days_since_last_login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Days passed since last login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active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ads_clicked_last_30_days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Ads clicked in last 30 days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content_downloads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contents downloaded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social_shares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content was shared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rating_given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Rating given by the user                      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churn_risk_score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Probability of user leaving the app (higher = more risk)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engagement_score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Overall engagement level of the user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account_age_days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days since account creation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notifications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recommendations to increase engagement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Campaigns for upsell or cross-sell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096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8F690-1168-CAE7-E262-8D0AAE0BA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7842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en-US" dirty="0"/>
              <a:t> / At-Risk Users (Cluster 2)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A94442-0820-482D-2AF2-99A902692F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984060"/>
            <a:ext cx="9436510" cy="6034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b="1" dirty="0"/>
              <a:t>Behavior:</a:t>
            </a:r>
            <a:endParaRPr lang="en-US" sz="18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sessions_per_week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times the user opens the app per week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avg_session_duration_min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Average duration of one session (in minutes)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daily_active_minutes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Total active time spent per day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feature_clicks_per_session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feature clicks in one session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notifications_opened_per_week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Notifications opened per week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in_app_search_count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searches made inside the app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pages_viewed_per_session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Pages/screens viewed per session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crash_events_last_30_days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App crashes experienced in last 30 days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support_tickets_raised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support requests raised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days_since_last_login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Days passed since last login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inactive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ads_clicked_last_30_days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Ads clicked in last 30 days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content_downloads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contents downloaded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social_shares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times content was shared  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rating_given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Rating given by the user                        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                                                             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churn_risk_score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Probability of user leaving the app (higher = more risk)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engagement_score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Overall engagement level of the user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account_age_days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days since account creation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endParaRPr lang="en-US" altLang="en-US" sz="1400" dirty="0">
              <a:latin typeface="Arial" panose="020B0604020202020204" pitchFamily="34" charset="0"/>
            </a:endParaRPr>
          </a:p>
          <a:p>
            <a:r>
              <a:rPr lang="en-US" sz="1800" b="1" dirty="0"/>
              <a:t>Business Actions: </a:t>
            </a:r>
            <a:endParaRPr lang="en-US" sz="1800" dirty="0"/>
          </a:p>
          <a:p>
            <a:r>
              <a:rPr lang="en-US" sz="1800" dirty="0"/>
              <a:t>Retention campaigns (offers, reminders)</a:t>
            </a:r>
          </a:p>
          <a:p>
            <a:r>
              <a:rPr lang="en-US" sz="1800" dirty="0"/>
              <a:t>Onboarding improvements</a:t>
            </a:r>
          </a:p>
          <a:p>
            <a:r>
              <a:rPr lang="en-US" sz="1800" dirty="0"/>
              <a:t>Monitor churn risk trends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862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C6BB-E983-9308-36D1-6353D71F0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Occasional Users (Cluster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EA77E-4BC7-3EB5-1B5F-A2374FC01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Behavior: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sessions_per_week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the user opens the app per week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avg_session_duration_min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duration of one session (in minutes)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daily_active_minutes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Total active time spent per day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feature_clicks_per_session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feature clicks in one session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notifications_opened_per_week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Notifications opened per week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in_app_search_count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searches made inside the app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pages_viewed_per_session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Pages/screens viewed per session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crash_events_last_30_days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App crashes experienced in last 30 days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support_tickets_raised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support requests raised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days_since_last_login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Days passed since last login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inactive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ads_clicked_last_30_days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Ads clicked in last 30 days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content_downloads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contents downloaded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social_shares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content was shared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rating_given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Rating given by the user                      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churn_risk_score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Probability of user leaving the app (higher = more risk)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engagement_score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Overall engagement level of the user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account_age_days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days since account creation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Re-engagement campaigns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 for key features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Incentives to increase usage frequency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449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16F7-0744-E98C-15FC-F1E2D2145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  <a:r>
              <a:rPr lang="en-IN" dirty="0"/>
              <a:t> of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7831A6-1033-CD04-12D2-E1AE59C814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29793"/>
            <a:ext cx="98986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High-value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Reward and retain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Moderate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Nudge to increase engagement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At-risk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Prevent churn with targeted actions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Occasional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Encourage regular activity</a:t>
            </a:r>
          </a:p>
        </p:txBody>
      </p:sp>
    </p:spTree>
    <p:extLst>
      <p:ext uri="{BB962C8B-B14F-4D97-AF65-F5344CB8AC3E}">
        <p14:creationId xmlns:p14="http://schemas.microsoft.com/office/powerpoint/2010/main" val="933588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8522-79DE-2F8D-9F72-BEDA19B79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Actionable</a:t>
            </a:r>
            <a:r>
              <a:rPr lang="en-IN" dirty="0"/>
              <a:t>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05B17-169B-7E76-3BAF-944301CFC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4104"/>
          </a:xfrm>
        </p:spPr>
        <p:txBody>
          <a:bodyPr/>
          <a:lstStyle/>
          <a:p>
            <a:r>
              <a:rPr lang="en-US" dirty="0"/>
              <a:t>Personalization drives engagement</a:t>
            </a:r>
          </a:p>
          <a:p>
            <a:r>
              <a:rPr lang="en-US" dirty="0"/>
              <a:t>Early detection reduces churn</a:t>
            </a:r>
          </a:p>
          <a:p>
            <a:r>
              <a:rPr lang="en-US" dirty="0"/>
              <a:t>Targeted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marketing</a:t>
            </a:r>
            <a:r>
              <a:rPr lang="en-US" dirty="0"/>
              <a:t> increases conversion</a:t>
            </a:r>
          </a:p>
          <a:p>
            <a:r>
              <a:rPr lang="en-US" dirty="0"/>
              <a:t>Data-driven decisions for product &amp; business strategy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3666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1296</Words>
  <Application>Microsoft Office PowerPoint</Application>
  <PresentationFormat>Widescreen</PresentationFormat>
  <Paragraphs>127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App User Behavior Segmentation Using Unsupervised Machine Learning</vt:lpstr>
      <vt:lpstr>Overview</vt:lpstr>
      <vt:lpstr>Cluster Summary</vt:lpstr>
      <vt:lpstr>High Engagement Users (Cluster 0)</vt:lpstr>
      <vt:lpstr>Moderate Engagement Users (Cluster 1)</vt:lpstr>
      <vt:lpstr>Low / At-Risk Users (Cluster 2)</vt:lpstr>
      <vt:lpstr>Occasional Users (Cluster 3)</vt:lpstr>
      <vt:lpstr>Summary of Insights</vt:lpstr>
      <vt:lpstr>Actionable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Lakshmi V</dc:creator>
  <cp:lastModifiedBy>Lakshmi V</cp:lastModifiedBy>
  <cp:revision>1</cp:revision>
  <dcterms:created xsi:type="dcterms:W3CDTF">2026-01-20T11:20:20Z</dcterms:created>
  <dcterms:modified xsi:type="dcterms:W3CDTF">2026-01-20T16:15:11Z</dcterms:modified>
</cp:coreProperties>
</file>